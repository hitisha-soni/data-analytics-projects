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9FFF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9FFF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9FFF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9FFF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804545" cy="5207000"/>
          </a:xfrm>
          <a:custGeom>
            <a:avLst/>
            <a:gdLst/>
            <a:ahLst/>
            <a:cxnLst/>
            <a:rect l="l" t="t" r="r" b="b"/>
            <a:pathLst>
              <a:path w="804545" h="5207000">
                <a:moveTo>
                  <a:pt x="0" y="5206670"/>
                </a:moveTo>
                <a:lnTo>
                  <a:pt x="804123" y="3979329"/>
                </a:lnTo>
                <a:lnTo>
                  <a:pt x="804123" y="0"/>
                </a:lnTo>
              </a:path>
            </a:pathLst>
          </a:custGeom>
          <a:ln w="38099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532130" cy="4538980"/>
          </a:xfrm>
          <a:custGeom>
            <a:avLst/>
            <a:gdLst/>
            <a:ahLst/>
            <a:cxnLst/>
            <a:rect l="l" t="t" r="r" b="b"/>
            <a:pathLst>
              <a:path w="532130" h="4538980">
                <a:moveTo>
                  <a:pt x="0" y="4538391"/>
                </a:moveTo>
                <a:lnTo>
                  <a:pt x="531655" y="3731577"/>
                </a:lnTo>
                <a:lnTo>
                  <a:pt x="530087" y="0"/>
                </a:lnTo>
              </a:path>
            </a:pathLst>
          </a:custGeom>
          <a:ln w="28575">
            <a:solidFill>
              <a:srgbClr val="00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0"/>
            <a:ext cx="309245" cy="3951604"/>
          </a:xfrm>
          <a:custGeom>
            <a:avLst/>
            <a:gdLst/>
            <a:ahLst/>
            <a:cxnLst/>
            <a:rect l="l" t="t" r="r" b="b"/>
            <a:pathLst>
              <a:path w="309245" h="3951604">
                <a:moveTo>
                  <a:pt x="0" y="3951209"/>
                </a:moveTo>
                <a:lnTo>
                  <a:pt x="308953" y="3485046"/>
                </a:lnTo>
                <a:lnTo>
                  <a:pt x="308938" y="3434492"/>
                </a:lnTo>
                <a:lnTo>
                  <a:pt x="308922" y="3383938"/>
                </a:lnTo>
                <a:lnTo>
                  <a:pt x="308907" y="3333385"/>
                </a:lnTo>
                <a:lnTo>
                  <a:pt x="308892" y="3282831"/>
                </a:lnTo>
                <a:lnTo>
                  <a:pt x="308876" y="3232277"/>
                </a:lnTo>
                <a:lnTo>
                  <a:pt x="308861" y="3181723"/>
                </a:lnTo>
                <a:lnTo>
                  <a:pt x="308845" y="3131170"/>
                </a:lnTo>
                <a:lnTo>
                  <a:pt x="308830" y="3080616"/>
                </a:lnTo>
                <a:lnTo>
                  <a:pt x="308815" y="3030062"/>
                </a:lnTo>
                <a:lnTo>
                  <a:pt x="308799" y="2979509"/>
                </a:lnTo>
                <a:lnTo>
                  <a:pt x="308784" y="2928955"/>
                </a:lnTo>
                <a:lnTo>
                  <a:pt x="308769" y="2878401"/>
                </a:lnTo>
                <a:lnTo>
                  <a:pt x="308753" y="2827847"/>
                </a:lnTo>
                <a:lnTo>
                  <a:pt x="308738" y="2777294"/>
                </a:lnTo>
                <a:lnTo>
                  <a:pt x="308723" y="2726740"/>
                </a:lnTo>
                <a:lnTo>
                  <a:pt x="308707" y="2676186"/>
                </a:lnTo>
                <a:lnTo>
                  <a:pt x="308692" y="2625632"/>
                </a:lnTo>
                <a:lnTo>
                  <a:pt x="308677" y="2575078"/>
                </a:lnTo>
                <a:lnTo>
                  <a:pt x="308661" y="2524525"/>
                </a:lnTo>
                <a:lnTo>
                  <a:pt x="308646" y="2473971"/>
                </a:lnTo>
                <a:lnTo>
                  <a:pt x="308631" y="2423417"/>
                </a:lnTo>
                <a:lnTo>
                  <a:pt x="308616" y="2372863"/>
                </a:lnTo>
                <a:lnTo>
                  <a:pt x="308600" y="2322310"/>
                </a:lnTo>
                <a:lnTo>
                  <a:pt x="308585" y="2271756"/>
                </a:lnTo>
                <a:lnTo>
                  <a:pt x="308570" y="2221202"/>
                </a:lnTo>
                <a:lnTo>
                  <a:pt x="308554" y="2170648"/>
                </a:lnTo>
                <a:lnTo>
                  <a:pt x="308539" y="2120094"/>
                </a:lnTo>
                <a:lnTo>
                  <a:pt x="308524" y="2069541"/>
                </a:lnTo>
                <a:lnTo>
                  <a:pt x="308508" y="2018987"/>
                </a:lnTo>
                <a:lnTo>
                  <a:pt x="308493" y="1968433"/>
                </a:lnTo>
                <a:lnTo>
                  <a:pt x="308478" y="1917879"/>
                </a:lnTo>
                <a:lnTo>
                  <a:pt x="308462" y="1867325"/>
                </a:lnTo>
                <a:lnTo>
                  <a:pt x="308447" y="1816771"/>
                </a:lnTo>
                <a:lnTo>
                  <a:pt x="308432" y="1766218"/>
                </a:lnTo>
                <a:lnTo>
                  <a:pt x="308416" y="1715664"/>
                </a:lnTo>
                <a:lnTo>
                  <a:pt x="308401" y="1665110"/>
                </a:lnTo>
                <a:lnTo>
                  <a:pt x="308386" y="1614556"/>
                </a:lnTo>
                <a:lnTo>
                  <a:pt x="308370" y="1564002"/>
                </a:lnTo>
                <a:lnTo>
                  <a:pt x="308355" y="1513448"/>
                </a:lnTo>
                <a:lnTo>
                  <a:pt x="308340" y="1462894"/>
                </a:lnTo>
                <a:lnTo>
                  <a:pt x="308324" y="1412340"/>
                </a:lnTo>
                <a:lnTo>
                  <a:pt x="308309" y="1361786"/>
                </a:lnTo>
                <a:lnTo>
                  <a:pt x="308294" y="1311232"/>
                </a:lnTo>
                <a:lnTo>
                  <a:pt x="308278" y="1260678"/>
                </a:lnTo>
                <a:lnTo>
                  <a:pt x="308263" y="1210124"/>
                </a:lnTo>
                <a:lnTo>
                  <a:pt x="308248" y="1159571"/>
                </a:lnTo>
                <a:lnTo>
                  <a:pt x="308232" y="1109017"/>
                </a:lnTo>
                <a:lnTo>
                  <a:pt x="308217" y="1058463"/>
                </a:lnTo>
                <a:lnTo>
                  <a:pt x="308202" y="1007909"/>
                </a:lnTo>
                <a:lnTo>
                  <a:pt x="308186" y="957355"/>
                </a:lnTo>
                <a:lnTo>
                  <a:pt x="308171" y="906800"/>
                </a:lnTo>
                <a:lnTo>
                  <a:pt x="308156" y="856246"/>
                </a:lnTo>
                <a:lnTo>
                  <a:pt x="308140" y="805692"/>
                </a:lnTo>
                <a:lnTo>
                  <a:pt x="308125" y="755138"/>
                </a:lnTo>
                <a:lnTo>
                  <a:pt x="308110" y="704584"/>
                </a:lnTo>
                <a:lnTo>
                  <a:pt x="308094" y="654030"/>
                </a:lnTo>
                <a:lnTo>
                  <a:pt x="308079" y="603476"/>
                </a:lnTo>
                <a:lnTo>
                  <a:pt x="308064" y="552922"/>
                </a:lnTo>
                <a:lnTo>
                  <a:pt x="308048" y="502368"/>
                </a:lnTo>
                <a:lnTo>
                  <a:pt x="308033" y="451814"/>
                </a:lnTo>
                <a:lnTo>
                  <a:pt x="308018" y="401260"/>
                </a:lnTo>
                <a:lnTo>
                  <a:pt x="308002" y="350705"/>
                </a:lnTo>
                <a:lnTo>
                  <a:pt x="307987" y="300151"/>
                </a:lnTo>
                <a:lnTo>
                  <a:pt x="307972" y="249597"/>
                </a:lnTo>
                <a:lnTo>
                  <a:pt x="307956" y="199043"/>
                </a:lnTo>
                <a:lnTo>
                  <a:pt x="307941" y="148489"/>
                </a:lnTo>
                <a:lnTo>
                  <a:pt x="307926" y="97934"/>
                </a:lnTo>
                <a:lnTo>
                  <a:pt x="307910" y="47380"/>
                </a:lnTo>
                <a:lnTo>
                  <a:pt x="307896" y="0"/>
                </a:lnTo>
              </a:path>
            </a:pathLst>
          </a:custGeom>
          <a:ln w="25399">
            <a:solidFill>
              <a:srgbClr val="004B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00944" y="238236"/>
            <a:ext cx="503809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9FFF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5058" y="1253439"/>
            <a:ext cx="10182860" cy="3693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spreadsheets/d/1fsF39bI2DRRTPmyyiVDT2p8ezt1vc7AU/edit?usp=sharing&amp;ouid=106590391011635670285&amp;rtpof=true&amp;sd=true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3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spreadsheets/d/12VZLmWrW87aZWCjzAMrh8TTeJy4xoCAQ/edit?usp=sharing&amp;ouid=106590391011635670285&amp;rtpof=true&amp;sd=true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56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00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Relationship Id="rId14" Type="http://schemas.openxmlformats.org/officeDocument/2006/relationships/image" Target="../media/image116.png"/><Relationship Id="rId15" Type="http://schemas.openxmlformats.org/officeDocument/2006/relationships/image" Target="../media/image117.png"/><Relationship Id="rId16" Type="http://schemas.openxmlformats.org/officeDocument/2006/relationships/image" Target="../media/image118.png"/><Relationship Id="rId17" Type="http://schemas.openxmlformats.org/officeDocument/2006/relationships/image" Target="../media/image119.png"/><Relationship Id="rId18" Type="http://schemas.openxmlformats.org/officeDocument/2006/relationships/image" Target="../media/image120.png"/><Relationship Id="rId19" Type="http://schemas.openxmlformats.org/officeDocument/2006/relationships/image" Target="../media/image121.png"/><Relationship Id="rId20" Type="http://schemas.openxmlformats.org/officeDocument/2006/relationships/image" Target="../media/image122.png"/><Relationship Id="rId21" Type="http://schemas.openxmlformats.org/officeDocument/2006/relationships/image" Target="../media/image123.png"/><Relationship Id="rId22" Type="http://schemas.openxmlformats.org/officeDocument/2006/relationships/image" Target="../media/image124.png"/><Relationship Id="rId23" Type="http://schemas.openxmlformats.org/officeDocument/2006/relationships/image" Target="../media/image125.png"/><Relationship Id="rId24" Type="http://schemas.openxmlformats.org/officeDocument/2006/relationships/image" Target="../media/image126.png"/><Relationship Id="rId25" Type="http://schemas.openxmlformats.org/officeDocument/2006/relationships/image" Target="../media/image51.png"/><Relationship Id="rId26" Type="http://schemas.openxmlformats.org/officeDocument/2006/relationships/image" Target="../media/image101.png"/><Relationship Id="rId27" Type="http://schemas.openxmlformats.org/officeDocument/2006/relationships/image" Target="../media/image127.png"/><Relationship Id="rId28" Type="http://schemas.openxmlformats.org/officeDocument/2006/relationships/image" Target="../media/image128.png"/><Relationship Id="rId29" Type="http://schemas.openxmlformats.org/officeDocument/2006/relationships/image" Target="../media/image129.png"/><Relationship Id="rId30" Type="http://schemas.openxmlformats.org/officeDocument/2006/relationships/image" Target="../media/image13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03331" y="4134207"/>
            <a:ext cx="4704715" cy="2743200"/>
            <a:chOff x="7503331" y="4134207"/>
            <a:chExt cx="4704715" cy="2743200"/>
          </a:xfrm>
        </p:grpSpPr>
        <p:sp>
          <p:nvSpPr>
            <p:cNvPr id="3" name="object 3" descr=""/>
            <p:cNvSpPr/>
            <p:nvPr/>
          </p:nvSpPr>
          <p:spPr>
            <a:xfrm>
              <a:off x="7522381" y="4153257"/>
              <a:ext cx="4666615" cy="2705100"/>
            </a:xfrm>
            <a:custGeom>
              <a:avLst/>
              <a:gdLst/>
              <a:ahLst/>
              <a:cxnLst/>
              <a:rect l="l" t="t" r="r" b="b"/>
              <a:pathLst>
                <a:path w="4666615" h="2705100">
                  <a:moveTo>
                    <a:pt x="0" y="2704742"/>
                  </a:moveTo>
                  <a:lnTo>
                    <a:pt x="4666442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036366" y="4452958"/>
              <a:ext cx="4152900" cy="2405380"/>
            </a:xfrm>
            <a:custGeom>
              <a:avLst/>
              <a:gdLst/>
              <a:ahLst/>
              <a:cxnLst/>
              <a:rect l="l" t="t" r="r" b="b"/>
              <a:pathLst>
                <a:path w="4152900" h="2405379">
                  <a:moveTo>
                    <a:pt x="0" y="2405041"/>
                  </a:moveTo>
                  <a:lnTo>
                    <a:pt x="4152458" y="0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530656" y="4741140"/>
              <a:ext cx="3658235" cy="2117090"/>
            </a:xfrm>
            <a:custGeom>
              <a:avLst/>
              <a:gdLst/>
              <a:ahLst/>
              <a:cxnLst/>
              <a:rect l="l" t="t" r="r" b="b"/>
              <a:pathLst>
                <a:path w="3658234" h="2117090">
                  <a:moveTo>
                    <a:pt x="0" y="2116859"/>
                  </a:moveTo>
                  <a:lnTo>
                    <a:pt x="3658168" y="0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-15836" y="6038205"/>
            <a:ext cx="5501005" cy="839469"/>
            <a:chOff x="-15836" y="6038205"/>
            <a:chExt cx="5501005" cy="839469"/>
          </a:xfrm>
        </p:grpSpPr>
        <p:sp>
          <p:nvSpPr>
            <p:cNvPr id="7" name="object 7" descr=""/>
            <p:cNvSpPr/>
            <p:nvPr/>
          </p:nvSpPr>
          <p:spPr>
            <a:xfrm>
              <a:off x="3213" y="6057255"/>
              <a:ext cx="5462905" cy="801370"/>
            </a:xfrm>
            <a:custGeom>
              <a:avLst/>
              <a:gdLst/>
              <a:ahLst/>
              <a:cxnLst/>
              <a:rect l="l" t="t" r="r" b="b"/>
              <a:pathLst>
                <a:path w="5462905" h="801370">
                  <a:moveTo>
                    <a:pt x="5462777" y="800745"/>
                  </a:moveTo>
                  <a:lnTo>
                    <a:pt x="4240593" y="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6329759"/>
              <a:ext cx="4798060" cy="528320"/>
            </a:xfrm>
            <a:custGeom>
              <a:avLst/>
              <a:gdLst/>
              <a:ahLst/>
              <a:cxnLst/>
              <a:rect l="l" t="t" r="r" b="b"/>
              <a:pathLst>
                <a:path w="4798060" h="528320">
                  <a:moveTo>
                    <a:pt x="4797763" y="528240"/>
                  </a:moveTo>
                  <a:lnTo>
                    <a:pt x="3996131" y="0"/>
                  </a:lnTo>
                  <a:lnTo>
                    <a:pt x="3948769" y="22"/>
                  </a:lnTo>
                  <a:lnTo>
                    <a:pt x="3901158" y="48"/>
                  </a:lnTo>
                  <a:lnTo>
                    <a:pt x="3853304" y="79"/>
                  </a:lnTo>
                  <a:lnTo>
                    <a:pt x="3805214" y="115"/>
                  </a:lnTo>
                  <a:lnTo>
                    <a:pt x="3756894" y="154"/>
                  </a:lnTo>
                  <a:lnTo>
                    <a:pt x="3708350" y="198"/>
                  </a:lnTo>
                  <a:lnTo>
                    <a:pt x="3659589" y="245"/>
                  </a:lnTo>
                  <a:lnTo>
                    <a:pt x="3610618" y="297"/>
                  </a:lnTo>
                  <a:lnTo>
                    <a:pt x="3561443" y="352"/>
                  </a:lnTo>
                  <a:lnTo>
                    <a:pt x="3512070" y="411"/>
                  </a:lnTo>
                  <a:lnTo>
                    <a:pt x="3462507" y="473"/>
                  </a:lnTo>
                  <a:lnTo>
                    <a:pt x="3412758" y="538"/>
                  </a:lnTo>
                  <a:lnTo>
                    <a:pt x="3362832" y="607"/>
                  </a:lnTo>
                  <a:lnTo>
                    <a:pt x="3312734" y="679"/>
                  </a:lnTo>
                  <a:lnTo>
                    <a:pt x="3262471" y="754"/>
                  </a:lnTo>
                  <a:lnTo>
                    <a:pt x="3212049" y="832"/>
                  </a:lnTo>
                  <a:lnTo>
                    <a:pt x="3161475" y="912"/>
                  </a:lnTo>
                  <a:lnTo>
                    <a:pt x="3110755" y="995"/>
                  </a:lnTo>
                  <a:lnTo>
                    <a:pt x="3059896" y="1081"/>
                  </a:lnTo>
                  <a:lnTo>
                    <a:pt x="3008904" y="1169"/>
                  </a:lnTo>
                  <a:lnTo>
                    <a:pt x="2957786" y="1259"/>
                  </a:lnTo>
                  <a:lnTo>
                    <a:pt x="2906548" y="1352"/>
                  </a:lnTo>
                  <a:lnTo>
                    <a:pt x="2855196" y="1447"/>
                  </a:lnTo>
                  <a:lnTo>
                    <a:pt x="2803738" y="1543"/>
                  </a:lnTo>
                  <a:lnTo>
                    <a:pt x="2752180" y="1642"/>
                  </a:lnTo>
                  <a:lnTo>
                    <a:pt x="2700527" y="1742"/>
                  </a:lnTo>
                  <a:lnTo>
                    <a:pt x="2648787" y="1844"/>
                  </a:lnTo>
                  <a:lnTo>
                    <a:pt x="2596966" y="1947"/>
                  </a:lnTo>
                  <a:lnTo>
                    <a:pt x="2545071" y="2051"/>
                  </a:lnTo>
                  <a:lnTo>
                    <a:pt x="2493107" y="2157"/>
                  </a:lnTo>
                  <a:lnTo>
                    <a:pt x="2441083" y="2264"/>
                  </a:lnTo>
                  <a:lnTo>
                    <a:pt x="2389003" y="2372"/>
                  </a:lnTo>
                  <a:lnTo>
                    <a:pt x="2336874" y="2481"/>
                  </a:lnTo>
                  <a:lnTo>
                    <a:pt x="2284703" y="2590"/>
                  </a:lnTo>
                  <a:lnTo>
                    <a:pt x="2232497" y="2700"/>
                  </a:lnTo>
                  <a:lnTo>
                    <a:pt x="2180262" y="2811"/>
                  </a:lnTo>
                  <a:lnTo>
                    <a:pt x="2128003" y="2922"/>
                  </a:lnTo>
                  <a:lnTo>
                    <a:pt x="2075729" y="3034"/>
                  </a:lnTo>
                  <a:lnTo>
                    <a:pt x="2023445" y="3145"/>
                  </a:lnTo>
                  <a:lnTo>
                    <a:pt x="1971158" y="3257"/>
                  </a:lnTo>
                  <a:lnTo>
                    <a:pt x="1918874" y="3369"/>
                  </a:lnTo>
                  <a:lnTo>
                    <a:pt x="1866599" y="3480"/>
                  </a:lnTo>
                  <a:lnTo>
                    <a:pt x="1814341" y="3591"/>
                  </a:lnTo>
                  <a:lnTo>
                    <a:pt x="1762106" y="3702"/>
                  </a:lnTo>
                  <a:lnTo>
                    <a:pt x="1709899" y="3812"/>
                  </a:lnTo>
                  <a:lnTo>
                    <a:pt x="1657729" y="3922"/>
                  </a:lnTo>
                  <a:lnTo>
                    <a:pt x="1605600" y="4030"/>
                  </a:lnTo>
                  <a:lnTo>
                    <a:pt x="1553520" y="4138"/>
                  </a:lnTo>
                  <a:lnTo>
                    <a:pt x="1501495" y="4245"/>
                  </a:lnTo>
                  <a:lnTo>
                    <a:pt x="1449531" y="4351"/>
                  </a:lnTo>
                  <a:lnTo>
                    <a:pt x="1397636" y="4456"/>
                  </a:lnTo>
                  <a:lnTo>
                    <a:pt x="1345815" y="4559"/>
                  </a:lnTo>
                  <a:lnTo>
                    <a:pt x="1294075" y="4660"/>
                  </a:lnTo>
                  <a:lnTo>
                    <a:pt x="1242422" y="4761"/>
                  </a:lnTo>
                  <a:lnTo>
                    <a:pt x="1190863" y="4859"/>
                  </a:lnTo>
                  <a:lnTo>
                    <a:pt x="1139405" y="4956"/>
                  </a:lnTo>
                  <a:lnTo>
                    <a:pt x="1088053" y="5050"/>
                  </a:lnTo>
                  <a:lnTo>
                    <a:pt x="1036815" y="5143"/>
                  </a:lnTo>
                  <a:lnTo>
                    <a:pt x="985697" y="5233"/>
                  </a:lnTo>
                  <a:lnTo>
                    <a:pt x="934705" y="5321"/>
                  </a:lnTo>
                  <a:lnTo>
                    <a:pt x="883845" y="5407"/>
                  </a:lnTo>
                  <a:lnTo>
                    <a:pt x="833125" y="5490"/>
                  </a:lnTo>
                  <a:lnTo>
                    <a:pt x="782551" y="5571"/>
                  </a:lnTo>
                  <a:lnTo>
                    <a:pt x="732129" y="5649"/>
                  </a:lnTo>
                  <a:lnTo>
                    <a:pt x="681865" y="5723"/>
                  </a:lnTo>
                  <a:lnTo>
                    <a:pt x="631767" y="5795"/>
                  </a:lnTo>
                  <a:lnTo>
                    <a:pt x="581840" y="5864"/>
                  </a:lnTo>
                  <a:lnTo>
                    <a:pt x="532091" y="5930"/>
                  </a:lnTo>
                  <a:lnTo>
                    <a:pt x="482527" y="5992"/>
                  </a:lnTo>
                  <a:lnTo>
                    <a:pt x="433154" y="6050"/>
                  </a:lnTo>
                  <a:lnTo>
                    <a:pt x="383979" y="6105"/>
                  </a:lnTo>
                  <a:lnTo>
                    <a:pt x="335007" y="6157"/>
                  </a:lnTo>
                  <a:lnTo>
                    <a:pt x="286246" y="6204"/>
                  </a:lnTo>
                  <a:lnTo>
                    <a:pt x="237702" y="6248"/>
                  </a:lnTo>
                  <a:lnTo>
                    <a:pt x="189382" y="6288"/>
                  </a:lnTo>
                  <a:lnTo>
                    <a:pt x="141291" y="6323"/>
                  </a:lnTo>
                  <a:lnTo>
                    <a:pt x="93436" y="6354"/>
                  </a:lnTo>
                  <a:lnTo>
                    <a:pt x="45825" y="6381"/>
                  </a:lnTo>
                  <a:lnTo>
                    <a:pt x="0" y="6402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6548689"/>
              <a:ext cx="4210685" cy="309880"/>
            </a:xfrm>
            <a:custGeom>
              <a:avLst/>
              <a:gdLst/>
              <a:ahLst/>
              <a:cxnLst/>
              <a:rect l="l" t="t" r="r" b="b"/>
              <a:pathLst>
                <a:path w="4210685" h="309879">
                  <a:moveTo>
                    <a:pt x="4210645" y="309310"/>
                  </a:moveTo>
                  <a:lnTo>
                    <a:pt x="3749687" y="3799"/>
                  </a:lnTo>
                  <a:lnTo>
                    <a:pt x="3702402" y="3810"/>
                  </a:lnTo>
                  <a:lnTo>
                    <a:pt x="3654827" y="3817"/>
                  </a:lnTo>
                  <a:lnTo>
                    <a:pt x="3606972" y="3818"/>
                  </a:lnTo>
                  <a:lnTo>
                    <a:pt x="3558844" y="3815"/>
                  </a:lnTo>
                  <a:lnTo>
                    <a:pt x="3510452" y="3807"/>
                  </a:lnTo>
                  <a:lnTo>
                    <a:pt x="3461802" y="3794"/>
                  </a:lnTo>
                  <a:lnTo>
                    <a:pt x="3412904" y="3777"/>
                  </a:lnTo>
                  <a:lnTo>
                    <a:pt x="3363765" y="3756"/>
                  </a:lnTo>
                  <a:lnTo>
                    <a:pt x="3314394" y="3730"/>
                  </a:lnTo>
                  <a:lnTo>
                    <a:pt x="3264798" y="3701"/>
                  </a:lnTo>
                  <a:lnTo>
                    <a:pt x="3214985" y="3667"/>
                  </a:lnTo>
                  <a:lnTo>
                    <a:pt x="3164964" y="3630"/>
                  </a:lnTo>
                  <a:lnTo>
                    <a:pt x="3114742" y="3589"/>
                  </a:lnTo>
                  <a:lnTo>
                    <a:pt x="3064328" y="3545"/>
                  </a:lnTo>
                  <a:lnTo>
                    <a:pt x="3013729" y="3498"/>
                  </a:lnTo>
                  <a:lnTo>
                    <a:pt x="2962953" y="3447"/>
                  </a:lnTo>
                  <a:lnTo>
                    <a:pt x="2912009" y="3393"/>
                  </a:lnTo>
                  <a:lnTo>
                    <a:pt x="2860905" y="3337"/>
                  </a:lnTo>
                  <a:lnTo>
                    <a:pt x="2809648" y="3278"/>
                  </a:lnTo>
                  <a:lnTo>
                    <a:pt x="2758247" y="3216"/>
                  </a:lnTo>
                  <a:lnTo>
                    <a:pt x="2706709" y="3151"/>
                  </a:lnTo>
                  <a:lnTo>
                    <a:pt x="2655043" y="3085"/>
                  </a:lnTo>
                  <a:lnTo>
                    <a:pt x="2603257" y="3016"/>
                  </a:lnTo>
                  <a:lnTo>
                    <a:pt x="2551359" y="2946"/>
                  </a:lnTo>
                  <a:lnTo>
                    <a:pt x="2499356" y="2873"/>
                  </a:lnTo>
                  <a:lnTo>
                    <a:pt x="2447257" y="2799"/>
                  </a:lnTo>
                  <a:lnTo>
                    <a:pt x="2395069" y="2723"/>
                  </a:lnTo>
                  <a:lnTo>
                    <a:pt x="2342802" y="2645"/>
                  </a:lnTo>
                  <a:lnTo>
                    <a:pt x="2290462" y="2567"/>
                  </a:lnTo>
                  <a:lnTo>
                    <a:pt x="2238058" y="2487"/>
                  </a:lnTo>
                  <a:lnTo>
                    <a:pt x="2185597" y="2406"/>
                  </a:lnTo>
                  <a:lnTo>
                    <a:pt x="2133089" y="2325"/>
                  </a:lnTo>
                  <a:lnTo>
                    <a:pt x="2080541" y="2243"/>
                  </a:lnTo>
                  <a:lnTo>
                    <a:pt x="2027960" y="2160"/>
                  </a:lnTo>
                  <a:lnTo>
                    <a:pt x="1975356" y="2076"/>
                  </a:lnTo>
                  <a:lnTo>
                    <a:pt x="1922735" y="1993"/>
                  </a:lnTo>
                  <a:lnTo>
                    <a:pt x="1870106" y="1909"/>
                  </a:lnTo>
                  <a:lnTo>
                    <a:pt x="1817478" y="1825"/>
                  </a:lnTo>
                  <a:lnTo>
                    <a:pt x="1764857" y="1742"/>
                  </a:lnTo>
                  <a:lnTo>
                    <a:pt x="1712252" y="1658"/>
                  </a:lnTo>
                  <a:lnTo>
                    <a:pt x="1659672" y="1575"/>
                  </a:lnTo>
                  <a:lnTo>
                    <a:pt x="1607123" y="1493"/>
                  </a:lnTo>
                  <a:lnTo>
                    <a:pt x="1554615" y="1412"/>
                  </a:lnTo>
                  <a:lnTo>
                    <a:pt x="1502155" y="1331"/>
                  </a:lnTo>
                  <a:lnTo>
                    <a:pt x="1449751" y="1251"/>
                  </a:lnTo>
                  <a:lnTo>
                    <a:pt x="1397411" y="1172"/>
                  </a:lnTo>
                  <a:lnTo>
                    <a:pt x="1345143" y="1095"/>
                  </a:lnTo>
                  <a:lnTo>
                    <a:pt x="1292956" y="1019"/>
                  </a:lnTo>
                  <a:lnTo>
                    <a:pt x="1240857" y="945"/>
                  </a:lnTo>
                  <a:lnTo>
                    <a:pt x="1188854" y="872"/>
                  </a:lnTo>
                  <a:lnTo>
                    <a:pt x="1136955" y="802"/>
                  </a:lnTo>
                  <a:lnTo>
                    <a:pt x="1085169" y="733"/>
                  </a:lnTo>
                  <a:lnTo>
                    <a:pt x="1033503" y="667"/>
                  </a:lnTo>
                  <a:lnTo>
                    <a:pt x="981965" y="602"/>
                  </a:lnTo>
                  <a:lnTo>
                    <a:pt x="930564" y="540"/>
                  </a:lnTo>
                  <a:lnTo>
                    <a:pt x="879308" y="481"/>
                  </a:lnTo>
                  <a:lnTo>
                    <a:pt x="828203" y="425"/>
                  </a:lnTo>
                  <a:lnTo>
                    <a:pt x="777259" y="371"/>
                  </a:lnTo>
                  <a:lnTo>
                    <a:pt x="726484" y="320"/>
                  </a:lnTo>
                  <a:lnTo>
                    <a:pt x="675885" y="273"/>
                  </a:lnTo>
                  <a:lnTo>
                    <a:pt x="625471" y="229"/>
                  </a:lnTo>
                  <a:lnTo>
                    <a:pt x="575249" y="188"/>
                  </a:lnTo>
                  <a:lnTo>
                    <a:pt x="525227" y="151"/>
                  </a:lnTo>
                  <a:lnTo>
                    <a:pt x="475415" y="117"/>
                  </a:lnTo>
                  <a:lnTo>
                    <a:pt x="425819" y="88"/>
                  </a:lnTo>
                  <a:lnTo>
                    <a:pt x="376447" y="62"/>
                  </a:lnTo>
                  <a:lnTo>
                    <a:pt x="327308" y="41"/>
                  </a:lnTo>
                  <a:lnTo>
                    <a:pt x="278410" y="24"/>
                  </a:lnTo>
                  <a:lnTo>
                    <a:pt x="229761" y="11"/>
                  </a:lnTo>
                  <a:lnTo>
                    <a:pt x="181368" y="3"/>
                  </a:lnTo>
                  <a:lnTo>
                    <a:pt x="133240" y="0"/>
                  </a:lnTo>
                  <a:lnTo>
                    <a:pt x="85385" y="1"/>
                  </a:lnTo>
                  <a:lnTo>
                    <a:pt x="37811" y="8"/>
                  </a:lnTo>
                  <a:lnTo>
                    <a:pt x="0" y="17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99157" y="2061235"/>
            <a:ext cx="748538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latin typeface="Arial"/>
                <a:cs typeface="Arial"/>
              </a:rPr>
              <a:t>Bank</a:t>
            </a:r>
            <a:r>
              <a:rPr dirty="0" sz="5400" spc="45" b="1">
                <a:latin typeface="Arial"/>
                <a:cs typeface="Arial"/>
              </a:rPr>
              <a:t> </a:t>
            </a:r>
            <a:r>
              <a:rPr dirty="0" sz="5400" b="1">
                <a:latin typeface="Arial"/>
                <a:cs typeface="Arial"/>
              </a:rPr>
              <a:t>Loan</a:t>
            </a:r>
            <a:r>
              <a:rPr dirty="0" sz="5400" spc="50" b="1">
                <a:latin typeface="Arial"/>
                <a:cs typeface="Arial"/>
              </a:rPr>
              <a:t> </a:t>
            </a:r>
            <a:r>
              <a:rPr dirty="0" sz="5400" b="1">
                <a:latin typeface="Arial"/>
                <a:cs typeface="Arial"/>
              </a:rPr>
              <a:t>Case</a:t>
            </a:r>
            <a:r>
              <a:rPr dirty="0" sz="5400" spc="45" b="1">
                <a:latin typeface="Arial"/>
                <a:cs typeface="Arial"/>
              </a:rPr>
              <a:t> </a:t>
            </a:r>
            <a:r>
              <a:rPr dirty="0" sz="5400" spc="-10" b="1">
                <a:latin typeface="Arial"/>
                <a:cs typeface="Arial"/>
              </a:rPr>
              <a:t>Study</a:t>
            </a:r>
            <a:endParaRPr sz="5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1488" y="3190125"/>
            <a:ext cx="18986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009999"/>
                </a:solidFill>
                <a:latin typeface="Calibri"/>
                <a:cs typeface="Calibri"/>
              </a:rPr>
              <a:t>(</a:t>
            </a:r>
            <a:r>
              <a:rPr dirty="0" sz="2200" spc="-30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dirty="0" sz="2200" spc="160">
                <a:solidFill>
                  <a:srgbClr val="009999"/>
                </a:solidFill>
                <a:latin typeface="Calibri"/>
                <a:cs typeface="Calibri"/>
              </a:rPr>
              <a:t>PROJECT</a:t>
            </a:r>
            <a:r>
              <a:rPr dirty="0" sz="2200" spc="395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9999"/>
                </a:solidFill>
                <a:latin typeface="Calibri"/>
                <a:cs typeface="Calibri"/>
              </a:rPr>
              <a:t>–</a:t>
            </a:r>
            <a:r>
              <a:rPr dirty="0" sz="2200" spc="40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9999"/>
                </a:solidFill>
                <a:latin typeface="Calibri"/>
                <a:cs typeface="Calibri"/>
              </a:rPr>
              <a:t>6</a:t>
            </a:r>
            <a:r>
              <a:rPr dirty="0" sz="2200" spc="-30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dirty="0" sz="2200" spc="-50">
                <a:solidFill>
                  <a:srgbClr val="009999"/>
                </a:solidFill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5780" y="5455488"/>
            <a:ext cx="26238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9FFFF"/>
                </a:solidFill>
                <a:latin typeface="Calibri"/>
                <a:cs typeface="Calibri"/>
              </a:rPr>
              <a:t>-</a:t>
            </a:r>
            <a:r>
              <a:rPr dirty="0" sz="2800" spc="-30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29FFFF"/>
                </a:solidFill>
                <a:latin typeface="Calibri"/>
                <a:cs typeface="Calibri"/>
              </a:rPr>
              <a:t>BY</a:t>
            </a:r>
            <a:r>
              <a:rPr dirty="0" sz="2800" spc="-30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29FFFF"/>
                </a:solidFill>
                <a:latin typeface="Calibri"/>
                <a:cs typeface="Calibri"/>
              </a:rPr>
              <a:t>HITISHA</a:t>
            </a:r>
            <a:r>
              <a:rPr dirty="0" sz="2800" spc="-30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29FFFF"/>
                </a:solidFill>
                <a:latin typeface="Calibri"/>
                <a:cs typeface="Calibri"/>
              </a:rPr>
              <a:t>SONI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991" y="285150"/>
            <a:ext cx="42779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Arial"/>
                <a:cs typeface="Arial"/>
              </a:rPr>
              <a:t>Project</a:t>
            </a:r>
            <a:r>
              <a:rPr dirty="0" sz="3600" spc="15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Description</a:t>
            </a:r>
            <a:r>
              <a:rPr dirty="0" sz="3600" spc="15">
                <a:latin typeface="Arial"/>
                <a:cs typeface="Arial"/>
              </a:rPr>
              <a:t> </a:t>
            </a:r>
            <a:r>
              <a:rPr dirty="0" sz="3600" spc="-25">
                <a:latin typeface="Arial"/>
                <a:cs typeface="Arial"/>
              </a:rPr>
              <a:t>:-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Char char="•"/>
              <a:tabLst>
                <a:tab pos="316865" algn="l"/>
              </a:tabLst>
            </a:pPr>
            <a:r>
              <a:rPr dirty="0"/>
              <a:t>Imagine</a:t>
            </a:r>
            <a:r>
              <a:rPr dirty="0" spc="-10"/>
              <a:t> </a:t>
            </a:r>
            <a:r>
              <a:rPr dirty="0"/>
              <a:t>you're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data</a:t>
            </a:r>
            <a:r>
              <a:rPr dirty="0" spc="-10"/>
              <a:t> </a:t>
            </a:r>
            <a:r>
              <a:rPr dirty="0"/>
              <a:t>analyst</a:t>
            </a:r>
            <a:r>
              <a:rPr dirty="0" spc="-10"/>
              <a:t> </a:t>
            </a:r>
            <a:r>
              <a:rPr dirty="0"/>
              <a:t>at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finance</a:t>
            </a:r>
            <a:r>
              <a:rPr dirty="0" spc="-10"/>
              <a:t> </a:t>
            </a:r>
            <a:r>
              <a:rPr dirty="0"/>
              <a:t>company</a:t>
            </a:r>
            <a:r>
              <a:rPr dirty="0" spc="-10"/>
              <a:t> </a:t>
            </a:r>
            <a:r>
              <a:rPr dirty="0"/>
              <a:t>that</a:t>
            </a:r>
            <a:r>
              <a:rPr dirty="0" spc="-10"/>
              <a:t> </a:t>
            </a:r>
            <a:r>
              <a:rPr dirty="0"/>
              <a:t>specializes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lending</a:t>
            </a:r>
            <a:r>
              <a:rPr dirty="0" spc="-10"/>
              <a:t> various</a:t>
            </a:r>
          </a:p>
          <a:p>
            <a:pPr marL="316865">
              <a:lnSpc>
                <a:spcPct val="100000"/>
              </a:lnSpc>
              <a:spcBef>
                <a:spcPts val="2255"/>
              </a:spcBef>
            </a:pPr>
            <a:r>
              <a:rPr dirty="0"/>
              <a:t>types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loans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urban</a:t>
            </a:r>
            <a:r>
              <a:rPr dirty="0" spc="5"/>
              <a:t> </a:t>
            </a:r>
            <a:r>
              <a:rPr dirty="0" spc="-10"/>
              <a:t>customers.</a:t>
            </a:r>
          </a:p>
          <a:p>
            <a:pPr marL="316865" marR="379730" indent="-304800">
              <a:lnSpc>
                <a:spcPct val="194000"/>
              </a:lnSpc>
              <a:spcBef>
                <a:spcPts val="1600"/>
              </a:spcBef>
              <a:buClr>
                <a:srgbClr val="009999"/>
              </a:buClr>
              <a:buChar char="•"/>
              <a:tabLst>
                <a:tab pos="316865" algn="l"/>
              </a:tabLst>
            </a:pPr>
            <a:r>
              <a:rPr dirty="0"/>
              <a:t>Your</a:t>
            </a:r>
            <a:r>
              <a:rPr dirty="0" spc="-10"/>
              <a:t> </a:t>
            </a:r>
            <a:r>
              <a:rPr dirty="0"/>
              <a:t>company</a:t>
            </a:r>
            <a:r>
              <a:rPr dirty="0" spc="-10"/>
              <a:t> </a:t>
            </a:r>
            <a:r>
              <a:rPr dirty="0"/>
              <a:t>faces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challenge:</a:t>
            </a:r>
            <a:r>
              <a:rPr dirty="0" spc="-5"/>
              <a:t> </a:t>
            </a:r>
            <a:r>
              <a:rPr dirty="0"/>
              <a:t>some</a:t>
            </a:r>
            <a:r>
              <a:rPr dirty="0" spc="-10"/>
              <a:t> </a:t>
            </a:r>
            <a:r>
              <a:rPr dirty="0"/>
              <a:t>customers</a:t>
            </a:r>
            <a:r>
              <a:rPr dirty="0" spc="-10"/>
              <a:t> </a:t>
            </a:r>
            <a:r>
              <a:rPr dirty="0"/>
              <a:t>who</a:t>
            </a:r>
            <a:r>
              <a:rPr dirty="0" spc="-5"/>
              <a:t> </a:t>
            </a:r>
            <a:r>
              <a:rPr dirty="0"/>
              <a:t>don't</a:t>
            </a:r>
            <a:r>
              <a:rPr dirty="0" spc="-10"/>
              <a:t> </a:t>
            </a:r>
            <a:r>
              <a:rPr dirty="0"/>
              <a:t>have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sufficient</a:t>
            </a:r>
            <a:r>
              <a:rPr dirty="0" spc="-10"/>
              <a:t> credit </a:t>
            </a:r>
            <a:r>
              <a:rPr dirty="0"/>
              <a:t>history</a:t>
            </a:r>
            <a:r>
              <a:rPr dirty="0" spc="-10"/>
              <a:t> </a:t>
            </a:r>
            <a:r>
              <a:rPr dirty="0"/>
              <a:t>take</a:t>
            </a:r>
            <a:r>
              <a:rPr dirty="0" spc="-5"/>
              <a:t> </a:t>
            </a:r>
            <a:r>
              <a:rPr dirty="0"/>
              <a:t>advantage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this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default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-10"/>
              <a:t> </a:t>
            </a:r>
            <a:r>
              <a:rPr dirty="0"/>
              <a:t>their</a:t>
            </a:r>
            <a:r>
              <a:rPr dirty="0" spc="-5"/>
              <a:t> </a:t>
            </a:r>
            <a:r>
              <a:rPr dirty="0" spc="-10"/>
              <a:t>loans.</a:t>
            </a:r>
          </a:p>
          <a:p>
            <a:pPr marL="316865" marR="5080" indent="-304800">
              <a:lnSpc>
                <a:spcPct val="194000"/>
              </a:lnSpc>
              <a:spcBef>
                <a:spcPts val="1600"/>
              </a:spcBef>
              <a:buClr>
                <a:srgbClr val="009999"/>
              </a:buClr>
              <a:buChar char="•"/>
              <a:tabLst>
                <a:tab pos="316865" algn="l"/>
              </a:tabLst>
            </a:pPr>
            <a:r>
              <a:rPr dirty="0"/>
              <a:t>Your task</a:t>
            </a:r>
            <a:r>
              <a:rPr dirty="0" spc="-10"/>
              <a:t> </a:t>
            </a:r>
            <a:r>
              <a:rPr dirty="0"/>
              <a:t>is to use Exploratory Data Analysis (EDA) to analyze patterns in the data </a:t>
            </a:r>
            <a:r>
              <a:rPr dirty="0" spc="-25"/>
              <a:t>and </a:t>
            </a:r>
            <a:r>
              <a:rPr dirty="0"/>
              <a:t>ensure</a:t>
            </a:r>
            <a:r>
              <a:rPr dirty="0" spc="-15"/>
              <a:t> </a:t>
            </a:r>
            <a:r>
              <a:rPr dirty="0"/>
              <a:t>that</a:t>
            </a:r>
            <a:r>
              <a:rPr dirty="0" spc="-15"/>
              <a:t> </a:t>
            </a:r>
            <a:r>
              <a:rPr dirty="0"/>
              <a:t>capable</a:t>
            </a:r>
            <a:r>
              <a:rPr dirty="0" spc="-15"/>
              <a:t> </a:t>
            </a:r>
            <a:r>
              <a:rPr dirty="0"/>
              <a:t>applicants</a:t>
            </a:r>
            <a:r>
              <a:rPr dirty="0" spc="-15"/>
              <a:t> </a:t>
            </a:r>
            <a:r>
              <a:rPr dirty="0"/>
              <a:t>are</a:t>
            </a:r>
            <a:r>
              <a:rPr dirty="0" spc="-15"/>
              <a:t> </a:t>
            </a:r>
            <a:r>
              <a:rPr dirty="0"/>
              <a:t>not</a:t>
            </a:r>
            <a:r>
              <a:rPr dirty="0" spc="-15"/>
              <a:t> </a:t>
            </a:r>
            <a:r>
              <a:rPr dirty="0" spc="-10"/>
              <a:t>rejected.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1076" y="278853"/>
            <a:ext cx="23958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Arial"/>
                <a:cs typeface="Arial"/>
              </a:rPr>
              <a:t>Approach</a:t>
            </a:r>
            <a:r>
              <a:rPr dirty="0" sz="3600" spc="20">
                <a:latin typeface="Arial"/>
                <a:cs typeface="Arial"/>
              </a:rPr>
              <a:t> </a:t>
            </a:r>
            <a:r>
              <a:rPr dirty="0" sz="3600" spc="-25">
                <a:latin typeface="Arial"/>
                <a:cs typeface="Arial"/>
              </a:rPr>
              <a:t>:-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9504" y="1743684"/>
            <a:ext cx="6884670" cy="184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Char char="•"/>
              <a:tabLst>
                <a:tab pos="316865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huge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datasets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containing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49,999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rows.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0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buClr>
                <a:srgbClr val="009999"/>
              </a:buClr>
              <a:buFont typeface="Segoe UI Symbol"/>
              <a:buChar char="❑"/>
              <a:tabLst>
                <a:tab pos="316865" algn="l"/>
              </a:tabLst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application_data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009999"/>
              </a:buClr>
              <a:buFont typeface="Segoe UI Symbol"/>
              <a:buChar char="❑"/>
            </a:pPr>
            <a:endParaRPr sz="200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buClr>
                <a:srgbClr val="009999"/>
              </a:buClr>
              <a:buFont typeface="Segoe UI Symbol"/>
              <a:buChar char="❑"/>
              <a:tabLst>
                <a:tab pos="316865" algn="l"/>
              </a:tabLst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previous_application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0355" y="501174"/>
            <a:ext cx="38150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latin typeface="Arial"/>
                <a:cs typeface="Arial"/>
              </a:rPr>
              <a:t>Tech-</a:t>
            </a:r>
            <a:r>
              <a:rPr dirty="0" sz="3600">
                <a:latin typeface="Arial"/>
                <a:cs typeface="Arial"/>
              </a:rPr>
              <a:t>Stack</a:t>
            </a:r>
            <a:r>
              <a:rPr dirty="0" sz="3600" spc="55">
                <a:latin typeface="Arial"/>
                <a:cs typeface="Arial"/>
              </a:rPr>
              <a:t> </a:t>
            </a:r>
            <a:r>
              <a:rPr dirty="0" sz="3600" spc="-10">
                <a:latin typeface="Arial"/>
                <a:cs typeface="Arial"/>
              </a:rPr>
              <a:t>Used:-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004" y="1340764"/>
            <a:ext cx="8928989" cy="53477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03331" y="4134207"/>
            <a:ext cx="4704715" cy="2743200"/>
            <a:chOff x="7503331" y="4134207"/>
            <a:chExt cx="4704715" cy="2743200"/>
          </a:xfrm>
        </p:grpSpPr>
        <p:sp>
          <p:nvSpPr>
            <p:cNvPr id="3" name="object 3" descr=""/>
            <p:cNvSpPr/>
            <p:nvPr/>
          </p:nvSpPr>
          <p:spPr>
            <a:xfrm>
              <a:off x="7522381" y="4153257"/>
              <a:ext cx="4666615" cy="2705100"/>
            </a:xfrm>
            <a:custGeom>
              <a:avLst/>
              <a:gdLst/>
              <a:ahLst/>
              <a:cxnLst/>
              <a:rect l="l" t="t" r="r" b="b"/>
              <a:pathLst>
                <a:path w="4666615" h="2705100">
                  <a:moveTo>
                    <a:pt x="0" y="2704742"/>
                  </a:moveTo>
                  <a:lnTo>
                    <a:pt x="4666442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036366" y="4452958"/>
              <a:ext cx="4152900" cy="2405380"/>
            </a:xfrm>
            <a:custGeom>
              <a:avLst/>
              <a:gdLst/>
              <a:ahLst/>
              <a:cxnLst/>
              <a:rect l="l" t="t" r="r" b="b"/>
              <a:pathLst>
                <a:path w="4152900" h="2405379">
                  <a:moveTo>
                    <a:pt x="0" y="2405041"/>
                  </a:moveTo>
                  <a:lnTo>
                    <a:pt x="4152458" y="0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530656" y="4741140"/>
              <a:ext cx="3658235" cy="2117090"/>
            </a:xfrm>
            <a:custGeom>
              <a:avLst/>
              <a:gdLst/>
              <a:ahLst/>
              <a:cxnLst/>
              <a:rect l="l" t="t" r="r" b="b"/>
              <a:pathLst>
                <a:path w="3658234" h="2117090">
                  <a:moveTo>
                    <a:pt x="0" y="2116859"/>
                  </a:moveTo>
                  <a:lnTo>
                    <a:pt x="3658168" y="0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-15836" y="6038205"/>
            <a:ext cx="5501005" cy="839469"/>
            <a:chOff x="-15836" y="6038205"/>
            <a:chExt cx="5501005" cy="839469"/>
          </a:xfrm>
        </p:grpSpPr>
        <p:sp>
          <p:nvSpPr>
            <p:cNvPr id="7" name="object 7" descr=""/>
            <p:cNvSpPr/>
            <p:nvPr/>
          </p:nvSpPr>
          <p:spPr>
            <a:xfrm>
              <a:off x="3213" y="6057255"/>
              <a:ext cx="5462905" cy="801370"/>
            </a:xfrm>
            <a:custGeom>
              <a:avLst/>
              <a:gdLst/>
              <a:ahLst/>
              <a:cxnLst/>
              <a:rect l="l" t="t" r="r" b="b"/>
              <a:pathLst>
                <a:path w="5462905" h="801370">
                  <a:moveTo>
                    <a:pt x="5462777" y="800745"/>
                  </a:moveTo>
                  <a:lnTo>
                    <a:pt x="4240593" y="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6329759"/>
              <a:ext cx="4798060" cy="528320"/>
            </a:xfrm>
            <a:custGeom>
              <a:avLst/>
              <a:gdLst/>
              <a:ahLst/>
              <a:cxnLst/>
              <a:rect l="l" t="t" r="r" b="b"/>
              <a:pathLst>
                <a:path w="4798060" h="528320">
                  <a:moveTo>
                    <a:pt x="4797763" y="528240"/>
                  </a:moveTo>
                  <a:lnTo>
                    <a:pt x="3996131" y="0"/>
                  </a:lnTo>
                  <a:lnTo>
                    <a:pt x="3948769" y="22"/>
                  </a:lnTo>
                  <a:lnTo>
                    <a:pt x="3901158" y="48"/>
                  </a:lnTo>
                  <a:lnTo>
                    <a:pt x="3853304" y="79"/>
                  </a:lnTo>
                  <a:lnTo>
                    <a:pt x="3805214" y="115"/>
                  </a:lnTo>
                  <a:lnTo>
                    <a:pt x="3756894" y="154"/>
                  </a:lnTo>
                  <a:lnTo>
                    <a:pt x="3708350" y="198"/>
                  </a:lnTo>
                  <a:lnTo>
                    <a:pt x="3659589" y="245"/>
                  </a:lnTo>
                  <a:lnTo>
                    <a:pt x="3610618" y="297"/>
                  </a:lnTo>
                  <a:lnTo>
                    <a:pt x="3561443" y="352"/>
                  </a:lnTo>
                  <a:lnTo>
                    <a:pt x="3512070" y="411"/>
                  </a:lnTo>
                  <a:lnTo>
                    <a:pt x="3462507" y="473"/>
                  </a:lnTo>
                  <a:lnTo>
                    <a:pt x="3412758" y="538"/>
                  </a:lnTo>
                  <a:lnTo>
                    <a:pt x="3362832" y="607"/>
                  </a:lnTo>
                  <a:lnTo>
                    <a:pt x="3312734" y="679"/>
                  </a:lnTo>
                  <a:lnTo>
                    <a:pt x="3262471" y="754"/>
                  </a:lnTo>
                  <a:lnTo>
                    <a:pt x="3212049" y="832"/>
                  </a:lnTo>
                  <a:lnTo>
                    <a:pt x="3161475" y="912"/>
                  </a:lnTo>
                  <a:lnTo>
                    <a:pt x="3110755" y="995"/>
                  </a:lnTo>
                  <a:lnTo>
                    <a:pt x="3059896" y="1081"/>
                  </a:lnTo>
                  <a:lnTo>
                    <a:pt x="3008904" y="1169"/>
                  </a:lnTo>
                  <a:lnTo>
                    <a:pt x="2957786" y="1259"/>
                  </a:lnTo>
                  <a:lnTo>
                    <a:pt x="2906548" y="1352"/>
                  </a:lnTo>
                  <a:lnTo>
                    <a:pt x="2855196" y="1447"/>
                  </a:lnTo>
                  <a:lnTo>
                    <a:pt x="2803738" y="1543"/>
                  </a:lnTo>
                  <a:lnTo>
                    <a:pt x="2752180" y="1642"/>
                  </a:lnTo>
                  <a:lnTo>
                    <a:pt x="2700527" y="1742"/>
                  </a:lnTo>
                  <a:lnTo>
                    <a:pt x="2648787" y="1844"/>
                  </a:lnTo>
                  <a:lnTo>
                    <a:pt x="2596966" y="1947"/>
                  </a:lnTo>
                  <a:lnTo>
                    <a:pt x="2545071" y="2051"/>
                  </a:lnTo>
                  <a:lnTo>
                    <a:pt x="2493107" y="2157"/>
                  </a:lnTo>
                  <a:lnTo>
                    <a:pt x="2441083" y="2264"/>
                  </a:lnTo>
                  <a:lnTo>
                    <a:pt x="2389003" y="2372"/>
                  </a:lnTo>
                  <a:lnTo>
                    <a:pt x="2336874" y="2481"/>
                  </a:lnTo>
                  <a:lnTo>
                    <a:pt x="2284703" y="2590"/>
                  </a:lnTo>
                  <a:lnTo>
                    <a:pt x="2232497" y="2700"/>
                  </a:lnTo>
                  <a:lnTo>
                    <a:pt x="2180262" y="2811"/>
                  </a:lnTo>
                  <a:lnTo>
                    <a:pt x="2128003" y="2922"/>
                  </a:lnTo>
                  <a:lnTo>
                    <a:pt x="2075729" y="3034"/>
                  </a:lnTo>
                  <a:lnTo>
                    <a:pt x="2023445" y="3145"/>
                  </a:lnTo>
                  <a:lnTo>
                    <a:pt x="1971158" y="3257"/>
                  </a:lnTo>
                  <a:lnTo>
                    <a:pt x="1918874" y="3369"/>
                  </a:lnTo>
                  <a:lnTo>
                    <a:pt x="1866599" y="3480"/>
                  </a:lnTo>
                  <a:lnTo>
                    <a:pt x="1814341" y="3591"/>
                  </a:lnTo>
                  <a:lnTo>
                    <a:pt x="1762106" y="3702"/>
                  </a:lnTo>
                  <a:lnTo>
                    <a:pt x="1709899" y="3812"/>
                  </a:lnTo>
                  <a:lnTo>
                    <a:pt x="1657729" y="3922"/>
                  </a:lnTo>
                  <a:lnTo>
                    <a:pt x="1605600" y="4030"/>
                  </a:lnTo>
                  <a:lnTo>
                    <a:pt x="1553520" y="4138"/>
                  </a:lnTo>
                  <a:lnTo>
                    <a:pt x="1501495" y="4245"/>
                  </a:lnTo>
                  <a:lnTo>
                    <a:pt x="1449531" y="4351"/>
                  </a:lnTo>
                  <a:lnTo>
                    <a:pt x="1397636" y="4456"/>
                  </a:lnTo>
                  <a:lnTo>
                    <a:pt x="1345815" y="4559"/>
                  </a:lnTo>
                  <a:lnTo>
                    <a:pt x="1294075" y="4660"/>
                  </a:lnTo>
                  <a:lnTo>
                    <a:pt x="1242422" y="4761"/>
                  </a:lnTo>
                  <a:lnTo>
                    <a:pt x="1190863" y="4859"/>
                  </a:lnTo>
                  <a:lnTo>
                    <a:pt x="1139405" y="4956"/>
                  </a:lnTo>
                  <a:lnTo>
                    <a:pt x="1088053" y="5050"/>
                  </a:lnTo>
                  <a:lnTo>
                    <a:pt x="1036815" y="5143"/>
                  </a:lnTo>
                  <a:lnTo>
                    <a:pt x="985697" y="5233"/>
                  </a:lnTo>
                  <a:lnTo>
                    <a:pt x="934705" y="5321"/>
                  </a:lnTo>
                  <a:lnTo>
                    <a:pt x="883845" y="5407"/>
                  </a:lnTo>
                  <a:lnTo>
                    <a:pt x="833125" y="5490"/>
                  </a:lnTo>
                  <a:lnTo>
                    <a:pt x="782551" y="5571"/>
                  </a:lnTo>
                  <a:lnTo>
                    <a:pt x="732129" y="5649"/>
                  </a:lnTo>
                  <a:lnTo>
                    <a:pt x="681865" y="5723"/>
                  </a:lnTo>
                  <a:lnTo>
                    <a:pt x="631767" y="5795"/>
                  </a:lnTo>
                  <a:lnTo>
                    <a:pt x="581840" y="5864"/>
                  </a:lnTo>
                  <a:lnTo>
                    <a:pt x="532091" y="5930"/>
                  </a:lnTo>
                  <a:lnTo>
                    <a:pt x="482527" y="5992"/>
                  </a:lnTo>
                  <a:lnTo>
                    <a:pt x="433154" y="6050"/>
                  </a:lnTo>
                  <a:lnTo>
                    <a:pt x="383979" y="6105"/>
                  </a:lnTo>
                  <a:lnTo>
                    <a:pt x="335007" y="6157"/>
                  </a:lnTo>
                  <a:lnTo>
                    <a:pt x="286246" y="6204"/>
                  </a:lnTo>
                  <a:lnTo>
                    <a:pt x="237702" y="6248"/>
                  </a:lnTo>
                  <a:lnTo>
                    <a:pt x="189382" y="6288"/>
                  </a:lnTo>
                  <a:lnTo>
                    <a:pt x="141291" y="6323"/>
                  </a:lnTo>
                  <a:lnTo>
                    <a:pt x="93436" y="6354"/>
                  </a:lnTo>
                  <a:lnTo>
                    <a:pt x="45825" y="6381"/>
                  </a:lnTo>
                  <a:lnTo>
                    <a:pt x="0" y="6402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6548689"/>
              <a:ext cx="4210685" cy="309880"/>
            </a:xfrm>
            <a:custGeom>
              <a:avLst/>
              <a:gdLst/>
              <a:ahLst/>
              <a:cxnLst/>
              <a:rect l="l" t="t" r="r" b="b"/>
              <a:pathLst>
                <a:path w="4210685" h="309879">
                  <a:moveTo>
                    <a:pt x="4210645" y="309310"/>
                  </a:moveTo>
                  <a:lnTo>
                    <a:pt x="3749687" y="3799"/>
                  </a:lnTo>
                  <a:lnTo>
                    <a:pt x="3702402" y="3810"/>
                  </a:lnTo>
                  <a:lnTo>
                    <a:pt x="3654827" y="3817"/>
                  </a:lnTo>
                  <a:lnTo>
                    <a:pt x="3606972" y="3818"/>
                  </a:lnTo>
                  <a:lnTo>
                    <a:pt x="3558844" y="3815"/>
                  </a:lnTo>
                  <a:lnTo>
                    <a:pt x="3510452" y="3807"/>
                  </a:lnTo>
                  <a:lnTo>
                    <a:pt x="3461802" y="3794"/>
                  </a:lnTo>
                  <a:lnTo>
                    <a:pt x="3412904" y="3777"/>
                  </a:lnTo>
                  <a:lnTo>
                    <a:pt x="3363765" y="3756"/>
                  </a:lnTo>
                  <a:lnTo>
                    <a:pt x="3314394" y="3730"/>
                  </a:lnTo>
                  <a:lnTo>
                    <a:pt x="3264798" y="3701"/>
                  </a:lnTo>
                  <a:lnTo>
                    <a:pt x="3214985" y="3667"/>
                  </a:lnTo>
                  <a:lnTo>
                    <a:pt x="3164964" y="3630"/>
                  </a:lnTo>
                  <a:lnTo>
                    <a:pt x="3114742" y="3589"/>
                  </a:lnTo>
                  <a:lnTo>
                    <a:pt x="3064328" y="3545"/>
                  </a:lnTo>
                  <a:lnTo>
                    <a:pt x="3013729" y="3498"/>
                  </a:lnTo>
                  <a:lnTo>
                    <a:pt x="2962953" y="3447"/>
                  </a:lnTo>
                  <a:lnTo>
                    <a:pt x="2912009" y="3393"/>
                  </a:lnTo>
                  <a:lnTo>
                    <a:pt x="2860905" y="3337"/>
                  </a:lnTo>
                  <a:lnTo>
                    <a:pt x="2809648" y="3278"/>
                  </a:lnTo>
                  <a:lnTo>
                    <a:pt x="2758247" y="3216"/>
                  </a:lnTo>
                  <a:lnTo>
                    <a:pt x="2706709" y="3151"/>
                  </a:lnTo>
                  <a:lnTo>
                    <a:pt x="2655043" y="3085"/>
                  </a:lnTo>
                  <a:lnTo>
                    <a:pt x="2603257" y="3016"/>
                  </a:lnTo>
                  <a:lnTo>
                    <a:pt x="2551359" y="2946"/>
                  </a:lnTo>
                  <a:lnTo>
                    <a:pt x="2499356" y="2873"/>
                  </a:lnTo>
                  <a:lnTo>
                    <a:pt x="2447257" y="2799"/>
                  </a:lnTo>
                  <a:lnTo>
                    <a:pt x="2395069" y="2723"/>
                  </a:lnTo>
                  <a:lnTo>
                    <a:pt x="2342802" y="2645"/>
                  </a:lnTo>
                  <a:lnTo>
                    <a:pt x="2290462" y="2567"/>
                  </a:lnTo>
                  <a:lnTo>
                    <a:pt x="2238058" y="2487"/>
                  </a:lnTo>
                  <a:lnTo>
                    <a:pt x="2185597" y="2406"/>
                  </a:lnTo>
                  <a:lnTo>
                    <a:pt x="2133089" y="2325"/>
                  </a:lnTo>
                  <a:lnTo>
                    <a:pt x="2080541" y="2243"/>
                  </a:lnTo>
                  <a:lnTo>
                    <a:pt x="2027960" y="2160"/>
                  </a:lnTo>
                  <a:lnTo>
                    <a:pt x="1975356" y="2076"/>
                  </a:lnTo>
                  <a:lnTo>
                    <a:pt x="1922735" y="1993"/>
                  </a:lnTo>
                  <a:lnTo>
                    <a:pt x="1870106" y="1909"/>
                  </a:lnTo>
                  <a:lnTo>
                    <a:pt x="1817478" y="1825"/>
                  </a:lnTo>
                  <a:lnTo>
                    <a:pt x="1764857" y="1742"/>
                  </a:lnTo>
                  <a:lnTo>
                    <a:pt x="1712252" y="1658"/>
                  </a:lnTo>
                  <a:lnTo>
                    <a:pt x="1659672" y="1575"/>
                  </a:lnTo>
                  <a:lnTo>
                    <a:pt x="1607123" y="1493"/>
                  </a:lnTo>
                  <a:lnTo>
                    <a:pt x="1554615" y="1412"/>
                  </a:lnTo>
                  <a:lnTo>
                    <a:pt x="1502155" y="1331"/>
                  </a:lnTo>
                  <a:lnTo>
                    <a:pt x="1449751" y="1251"/>
                  </a:lnTo>
                  <a:lnTo>
                    <a:pt x="1397411" y="1172"/>
                  </a:lnTo>
                  <a:lnTo>
                    <a:pt x="1345143" y="1095"/>
                  </a:lnTo>
                  <a:lnTo>
                    <a:pt x="1292956" y="1019"/>
                  </a:lnTo>
                  <a:lnTo>
                    <a:pt x="1240857" y="945"/>
                  </a:lnTo>
                  <a:lnTo>
                    <a:pt x="1188854" y="872"/>
                  </a:lnTo>
                  <a:lnTo>
                    <a:pt x="1136955" y="802"/>
                  </a:lnTo>
                  <a:lnTo>
                    <a:pt x="1085169" y="733"/>
                  </a:lnTo>
                  <a:lnTo>
                    <a:pt x="1033503" y="667"/>
                  </a:lnTo>
                  <a:lnTo>
                    <a:pt x="981965" y="602"/>
                  </a:lnTo>
                  <a:lnTo>
                    <a:pt x="930564" y="540"/>
                  </a:lnTo>
                  <a:lnTo>
                    <a:pt x="879308" y="481"/>
                  </a:lnTo>
                  <a:lnTo>
                    <a:pt x="828203" y="425"/>
                  </a:lnTo>
                  <a:lnTo>
                    <a:pt x="777259" y="371"/>
                  </a:lnTo>
                  <a:lnTo>
                    <a:pt x="726484" y="320"/>
                  </a:lnTo>
                  <a:lnTo>
                    <a:pt x="675885" y="273"/>
                  </a:lnTo>
                  <a:lnTo>
                    <a:pt x="625471" y="229"/>
                  </a:lnTo>
                  <a:lnTo>
                    <a:pt x="575249" y="188"/>
                  </a:lnTo>
                  <a:lnTo>
                    <a:pt x="525227" y="151"/>
                  </a:lnTo>
                  <a:lnTo>
                    <a:pt x="475415" y="117"/>
                  </a:lnTo>
                  <a:lnTo>
                    <a:pt x="425819" y="88"/>
                  </a:lnTo>
                  <a:lnTo>
                    <a:pt x="376447" y="62"/>
                  </a:lnTo>
                  <a:lnTo>
                    <a:pt x="327308" y="41"/>
                  </a:lnTo>
                  <a:lnTo>
                    <a:pt x="278410" y="24"/>
                  </a:lnTo>
                  <a:lnTo>
                    <a:pt x="229761" y="11"/>
                  </a:lnTo>
                  <a:lnTo>
                    <a:pt x="181368" y="3"/>
                  </a:lnTo>
                  <a:lnTo>
                    <a:pt x="133240" y="0"/>
                  </a:lnTo>
                  <a:lnTo>
                    <a:pt x="85385" y="1"/>
                  </a:lnTo>
                  <a:lnTo>
                    <a:pt x="37811" y="8"/>
                  </a:lnTo>
                  <a:lnTo>
                    <a:pt x="0" y="17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573774" y="1413167"/>
            <a:ext cx="549465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latin typeface="Arial"/>
                <a:cs typeface="Arial"/>
              </a:rPr>
              <a:t>Tasks:</a:t>
            </a:r>
            <a:r>
              <a:rPr dirty="0" sz="5400" spc="35" b="1">
                <a:latin typeface="Arial"/>
                <a:cs typeface="Arial"/>
              </a:rPr>
              <a:t> </a:t>
            </a:r>
            <a:r>
              <a:rPr dirty="0" sz="5400" b="1">
                <a:latin typeface="Arial"/>
                <a:cs typeface="Arial"/>
              </a:rPr>
              <a:t>Firstly</a:t>
            </a:r>
            <a:r>
              <a:rPr dirty="0" sz="5400" spc="40" b="1">
                <a:latin typeface="Arial"/>
                <a:cs typeface="Arial"/>
              </a:rPr>
              <a:t> </a:t>
            </a:r>
            <a:r>
              <a:rPr dirty="0" sz="5400" spc="-25" b="1">
                <a:latin typeface="Arial"/>
                <a:cs typeface="Arial"/>
              </a:rPr>
              <a:t>on</a:t>
            </a:r>
            <a:endParaRPr sz="5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49548" y="3089998"/>
            <a:ext cx="6468745" cy="67056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00"/>
              </a:lnSpc>
            </a:pPr>
            <a:r>
              <a:rPr dirty="0" u="sng" sz="4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Link</a:t>
            </a:r>
            <a:r>
              <a:rPr dirty="0" u="sng" sz="4400" spc="-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4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for</a:t>
            </a:r>
            <a:r>
              <a:rPr dirty="0" u="sng" sz="4400" spc="-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4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application_dat</a:t>
            </a:r>
            <a:r>
              <a:rPr dirty="0" u="sng" sz="4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a</a:t>
            </a:r>
            <a:r>
              <a:rPr dirty="0" u="sng" sz="4400" spc="-6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44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file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3050" y="1611617"/>
            <a:ext cx="10370185" cy="35471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6865" marR="5080" indent="-304800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A.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Identify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Missing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Data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and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Deal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with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it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Appropriately: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analyst,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come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dataset.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handle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effectively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analysis.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5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200660" indent="-304800">
              <a:lnSpc>
                <a:spcPts val="302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decide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an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appropriate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deal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features.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845944" y="1340764"/>
            <a:ext cx="9013190" cy="5092065"/>
            <a:chOff x="1845944" y="1340764"/>
            <a:chExt cx="9013190" cy="50920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5944" y="1340764"/>
              <a:ext cx="9012809" cy="509163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118758" y="4529277"/>
              <a:ext cx="8616315" cy="0"/>
            </a:xfrm>
            <a:custGeom>
              <a:avLst/>
              <a:gdLst/>
              <a:ahLst/>
              <a:cxnLst/>
              <a:rect l="l" t="t" r="r" b="b"/>
              <a:pathLst>
                <a:path w="8616315" h="0">
                  <a:moveTo>
                    <a:pt x="0" y="0"/>
                  </a:moveTo>
                  <a:lnTo>
                    <a:pt x="861617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118758" y="2540292"/>
              <a:ext cx="8616315" cy="1657985"/>
            </a:xfrm>
            <a:custGeom>
              <a:avLst/>
              <a:gdLst/>
              <a:ahLst/>
              <a:cxnLst/>
              <a:rect l="l" t="t" r="r" b="b"/>
              <a:pathLst>
                <a:path w="8616315" h="1657985">
                  <a:moveTo>
                    <a:pt x="0" y="1657489"/>
                  </a:moveTo>
                  <a:lnTo>
                    <a:pt x="417949" y="1657489"/>
                  </a:lnTo>
                </a:path>
                <a:path w="8616315" h="1657985">
                  <a:moveTo>
                    <a:pt x="482248" y="1657489"/>
                  </a:moveTo>
                  <a:lnTo>
                    <a:pt x="546548" y="1657489"/>
                  </a:lnTo>
                </a:path>
                <a:path w="8616315" h="1657985">
                  <a:moveTo>
                    <a:pt x="610848" y="1657489"/>
                  </a:moveTo>
                  <a:lnTo>
                    <a:pt x="803747" y="1657489"/>
                  </a:lnTo>
                </a:path>
                <a:path w="8616315" h="1657985">
                  <a:moveTo>
                    <a:pt x="868047" y="1657489"/>
                  </a:moveTo>
                  <a:lnTo>
                    <a:pt x="1060952" y="1657489"/>
                  </a:lnTo>
                </a:path>
                <a:path w="8616315" h="1657985">
                  <a:moveTo>
                    <a:pt x="1125240" y="1657489"/>
                  </a:moveTo>
                  <a:lnTo>
                    <a:pt x="1189540" y="1657489"/>
                  </a:lnTo>
                </a:path>
                <a:path w="8616315" h="1657985">
                  <a:moveTo>
                    <a:pt x="1253840" y="1657489"/>
                  </a:moveTo>
                  <a:lnTo>
                    <a:pt x="1318140" y="1657489"/>
                  </a:lnTo>
                </a:path>
                <a:path w="8616315" h="1657985">
                  <a:moveTo>
                    <a:pt x="1382440" y="1657489"/>
                  </a:moveTo>
                  <a:lnTo>
                    <a:pt x="1446740" y="1657489"/>
                  </a:lnTo>
                </a:path>
                <a:path w="8616315" h="1657985">
                  <a:moveTo>
                    <a:pt x="1511040" y="1657489"/>
                  </a:moveTo>
                  <a:lnTo>
                    <a:pt x="1575340" y="1657489"/>
                  </a:lnTo>
                </a:path>
                <a:path w="8616315" h="1657985">
                  <a:moveTo>
                    <a:pt x="1639641" y="1657489"/>
                  </a:moveTo>
                  <a:lnTo>
                    <a:pt x="1703941" y="1657489"/>
                  </a:lnTo>
                </a:path>
                <a:path w="8616315" h="1657985">
                  <a:moveTo>
                    <a:pt x="1768241" y="1657489"/>
                  </a:moveTo>
                  <a:lnTo>
                    <a:pt x="1832541" y="1657489"/>
                  </a:lnTo>
                </a:path>
                <a:path w="8616315" h="1657985">
                  <a:moveTo>
                    <a:pt x="1896841" y="1657489"/>
                  </a:moveTo>
                  <a:lnTo>
                    <a:pt x="1961141" y="1657489"/>
                  </a:lnTo>
                </a:path>
                <a:path w="8616315" h="1657985">
                  <a:moveTo>
                    <a:pt x="2025441" y="1657489"/>
                  </a:moveTo>
                  <a:lnTo>
                    <a:pt x="2089741" y="1657489"/>
                  </a:lnTo>
                </a:path>
                <a:path w="8616315" h="1657985">
                  <a:moveTo>
                    <a:pt x="2154041" y="1657489"/>
                  </a:moveTo>
                  <a:lnTo>
                    <a:pt x="2218341" y="1657489"/>
                  </a:lnTo>
                </a:path>
                <a:path w="8616315" h="1657985">
                  <a:moveTo>
                    <a:pt x="2282642" y="1657489"/>
                  </a:moveTo>
                  <a:lnTo>
                    <a:pt x="2475542" y="1657489"/>
                  </a:lnTo>
                </a:path>
                <a:path w="8616315" h="1657985">
                  <a:moveTo>
                    <a:pt x="2539842" y="1657489"/>
                  </a:moveTo>
                  <a:lnTo>
                    <a:pt x="2604142" y="1657489"/>
                  </a:lnTo>
                </a:path>
                <a:path w="8616315" h="1657985">
                  <a:moveTo>
                    <a:pt x="2668442" y="1657489"/>
                  </a:moveTo>
                  <a:lnTo>
                    <a:pt x="2732742" y="1657489"/>
                  </a:lnTo>
                </a:path>
                <a:path w="8616315" h="1657985">
                  <a:moveTo>
                    <a:pt x="2797042" y="1657489"/>
                  </a:moveTo>
                  <a:lnTo>
                    <a:pt x="2861342" y="1657489"/>
                  </a:lnTo>
                </a:path>
                <a:path w="8616315" h="1657985">
                  <a:moveTo>
                    <a:pt x="2925643" y="1657489"/>
                  </a:moveTo>
                  <a:lnTo>
                    <a:pt x="2989943" y="1657489"/>
                  </a:lnTo>
                </a:path>
                <a:path w="8616315" h="1657985">
                  <a:moveTo>
                    <a:pt x="3054243" y="1657489"/>
                  </a:moveTo>
                  <a:lnTo>
                    <a:pt x="3118543" y="1657489"/>
                  </a:lnTo>
                </a:path>
                <a:path w="8616315" h="1657985">
                  <a:moveTo>
                    <a:pt x="3182843" y="1657489"/>
                  </a:moveTo>
                  <a:lnTo>
                    <a:pt x="3247143" y="1657489"/>
                  </a:lnTo>
                </a:path>
                <a:path w="8616315" h="1657985">
                  <a:moveTo>
                    <a:pt x="3311443" y="1657489"/>
                  </a:moveTo>
                  <a:lnTo>
                    <a:pt x="3375743" y="1657489"/>
                  </a:lnTo>
                </a:path>
                <a:path w="8616315" h="1657985">
                  <a:moveTo>
                    <a:pt x="3440043" y="1657489"/>
                  </a:moveTo>
                  <a:lnTo>
                    <a:pt x="3504331" y="1657489"/>
                  </a:lnTo>
                </a:path>
                <a:path w="8616315" h="1657985">
                  <a:moveTo>
                    <a:pt x="3568631" y="1657489"/>
                  </a:moveTo>
                  <a:lnTo>
                    <a:pt x="3632931" y="1657489"/>
                  </a:lnTo>
                </a:path>
                <a:path w="8616315" h="1657985">
                  <a:moveTo>
                    <a:pt x="3697231" y="1657489"/>
                  </a:moveTo>
                  <a:lnTo>
                    <a:pt x="3761531" y="1657489"/>
                  </a:lnTo>
                </a:path>
                <a:path w="8616315" h="1657985">
                  <a:moveTo>
                    <a:pt x="3825831" y="1657489"/>
                  </a:moveTo>
                  <a:lnTo>
                    <a:pt x="3890131" y="1657489"/>
                  </a:lnTo>
                </a:path>
                <a:path w="8616315" h="1657985">
                  <a:moveTo>
                    <a:pt x="3954431" y="1657489"/>
                  </a:moveTo>
                  <a:lnTo>
                    <a:pt x="4018732" y="1657489"/>
                  </a:lnTo>
                </a:path>
                <a:path w="8616315" h="1657985">
                  <a:moveTo>
                    <a:pt x="4083032" y="1657489"/>
                  </a:moveTo>
                  <a:lnTo>
                    <a:pt x="4275932" y="1657489"/>
                  </a:lnTo>
                </a:path>
                <a:path w="8616315" h="1657985">
                  <a:moveTo>
                    <a:pt x="4340232" y="1657489"/>
                  </a:moveTo>
                  <a:lnTo>
                    <a:pt x="4404532" y="1657489"/>
                  </a:lnTo>
                </a:path>
                <a:path w="8616315" h="1657985">
                  <a:moveTo>
                    <a:pt x="4468832" y="1657489"/>
                  </a:moveTo>
                  <a:lnTo>
                    <a:pt x="4533132" y="1657489"/>
                  </a:lnTo>
                </a:path>
                <a:path w="8616315" h="1657985">
                  <a:moveTo>
                    <a:pt x="4597432" y="1657489"/>
                  </a:moveTo>
                  <a:lnTo>
                    <a:pt x="4661733" y="1657489"/>
                  </a:lnTo>
                </a:path>
                <a:path w="8616315" h="1657985">
                  <a:moveTo>
                    <a:pt x="4726033" y="1657489"/>
                  </a:moveTo>
                  <a:lnTo>
                    <a:pt x="4790333" y="1657489"/>
                  </a:lnTo>
                </a:path>
                <a:path w="8616315" h="1657985">
                  <a:moveTo>
                    <a:pt x="4854633" y="1657489"/>
                  </a:moveTo>
                  <a:lnTo>
                    <a:pt x="4918933" y="1657489"/>
                  </a:lnTo>
                </a:path>
                <a:path w="8616315" h="1657985">
                  <a:moveTo>
                    <a:pt x="4983233" y="1657489"/>
                  </a:moveTo>
                  <a:lnTo>
                    <a:pt x="5047533" y="1657489"/>
                  </a:lnTo>
                </a:path>
                <a:path w="8616315" h="1657985">
                  <a:moveTo>
                    <a:pt x="5111833" y="1657489"/>
                  </a:moveTo>
                  <a:lnTo>
                    <a:pt x="5176133" y="1657489"/>
                  </a:lnTo>
                </a:path>
                <a:path w="8616315" h="1657985">
                  <a:moveTo>
                    <a:pt x="5240433" y="1657489"/>
                  </a:moveTo>
                  <a:lnTo>
                    <a:pt x="5304734" y="1657489"/>
                  </a:lnTo>
                </a:path>
                <a:path w="8616315" h="1657985">
                  <a:moveTo>
                    <a:pt x="5369034" y="1657489"/>
                  </a:moveTo>
                  <a:lnTo>
                    <a:pt x="5433334" y="1657489"/>
                  </a:lnTo>
                </a:path>
                <a:path w="8616315" h="1657985">
                  <a:moveTo>
                    <a:pt x="5497634" y="1657489"/>
                  </a:moveTo>
                  <a:lnTo>
                    <a:pt x="5561934" y="1657489"/>
                  </a:lnTo>
                </a:path>
                <a:path w="8616315" h="1657985">
                  <a:moveTo>
                    <a:pt x="5626234" y="1657489"/>
                  </a:moveTo>
                  <a:lnTo>
                    <a:pt x="5690534" y="1657489"/>
                  </a:lnTo>
                </a:path>
                <a:path w="8616315" h="1657985">
                  <a:moveTo>
                    <a:pt x="5754834" y="1657489"/>
                  </a:moveTo>
                  <a:lnTo>
                    <a:pt x="5819134" y="1657489"/>
                  </a:lnTo>
                </a:path>
                <a:path w="8616315" h="1657985">
                  <a:moveTo>
                    <a:pt x="5883434" y="1657489"/>
                  </a:moveTo>
                  <a:lnTo>
                    <a:pt x="6076322" y="1657489"/>
                  </a:lnTo>
                </a:path>
                <a:path w="8616315" h="1657985">
                  <a:moveTo>
                    <a:pt x="6140622" y="1657489"/>
                  </a:moveTo>
                  <a:lnTo>
                    <a:pt x="6204922" y="1657489"/>
                  </a:lnTo>
                </a:path>
                <a:path w="8616315" h="1657985">
                  <a:moveTo>
                    <a:pt x="6269222" y="1657489"/>
                  </a:moveTo>
                  <a:lnTo>
                    <a:pt x="6333522" y="1657489"/>
                  </a:lnTo>
                </a:path>
                <a:path w="8616315" h="1657985">
                  <a:moveTo>
                    <a:pt x="6397823" y="1657489"/>
                  </a:moveTo>
                  <a:lnTo>
                    <a:pt x="6462123" y="1657489"/>
                  </a:lnTo>
                </a:path>
                <a:path w="8616315" h="1657985">
                  <a:moveTo>
                    <a:pt x="6526423" y="1657489"/>
                  </a:moveTo>
                  <a:lnTo>
                    <a:pt x="6590723" y="1657489"/>
                  </a:lnTo>
                </a:path>
                <a:path w="8616315" h="1657985">
                  <a:moveTo>
                    <a:pt x="6655023" y="1657489"/>
                  </a:moveTo>
                  <a:lnTo>
                    <a:pt x="6719323" y="1657489"/>
                  </a:lnTo>
                </a:path>
                <a:path w="8616315" h="1657985">
                  <a:moveTo>
                    <a:pt x="6783623" y="1657489"/>
                  </a:moveTo>
                  <a:lnTo>
                    <a:pt x="6847923" y="1657489"/>
                  </a:lnTo>
                </a:path>
                <a:path w="8616315" h="1657985">
                  <a:moveTo>
                    <a:pt x="6912223" y="1657489"/>
                  </a:moveTo>
                  <a:lnTo>
                    <a:pt x="6976523" y="1657489"/>
                  </a:lnTo>
                </a:path>
                <a:path w="8616315" h="1657985">
                  <a:moveTo>
                    <a:pt x="7040824" y="1657489"/>
                  </a:moveTo>
                  <a:lnTo>
                    <a:pt x="7105124" y="1657489"/>
                  </a:lnTo>
                </a:path>
                <a:path w="8616315" h="1657985">
                  <a:moveTo>
                    <a:pt x="7169424" y="1657489"/>
                  </a:moveTo>
                  <a:lnTo>
                    <a:pt x="8616170" y="1657489"/>
                  </a:lnTo>
                </a:path>
                <a:path w="8616315" h="1657985">
                  <a:moveTo>
                    <a:pt x="0" y="1325994"/>
                  </a:moveTo>
                  <a:lnTo>
                    <a:pt x="417949" y="1325994"/>
                  </a:lnTo>
                </a:path>
                <a:path w="8616315" h="1657985">
                  <a:moveTo>
                    <a:pt x="482248" y="1325994"/>
                  </a:moveTo>
                  <a:lnTo>
                    <a:pt x="546548" y="1325994"/>
                  </a:lnTo>
                </a:path>
                <a:path w="8616315" h="1657985">
                  <a:moveTo>
                    <a:pt x="610848" y="1325994"/>
                  </a:moveTo>
                  <a:lnTo>
                    <a:pt x="803747" y="1325994"/>
                  </a:lnTo>
                </a:path>
                <a:path w="8616315" h="1657985">
                  <a:moveTo>
                    <a:pt x="868047" y="1325994"/>
                  </a:moveTo>
                  <a:lnTo>
                    <a:pt x="1189540" y="1325994"/>
                  </a:lnTo>
                </a:path>
                <a:path w="8616315" h="1657985">
                  <a:moveTo>
                    <a:pt x="1253840" y="1325994"/>
                  </a:moveTo>
                  <a:lnTo>
                    <a:pt x="1318140" y="1325994"/>
                  </a:lnTo>
                </a:path>
                <a:path w="8616315" h="1657985">
                  <a:moveTo>
                    <a:pt x="1382440" y="1325994"/>
                  </a:moveTo>
                  <a:lnTo>
                    <a:pt x="1446740" y="1325994"/>
                  </a:lnTo>
                </a:path>
                <a:path w="8616315" h="1657985">
                  <a:moveTo>
                    <a:pt x="1511040" y="1325994"/>
                  </a:moveTo>
                  <a:lnTo>
                    <a:pt x="1575340" y="1325994"/>
                  </a:lnTo>
                </a:path>
                <a:path w="8616315" h="1657985">
                  <a:moveTo>
                    <a:pt x="1639641" y="1325994"/>
                  </a:moveTo>
                  <a:lnTo>
                    <a:pt x="1703941" y="1325994"/>
                  </a:lnTo>
                </a:path>
                <a:path w="8616315" h="1657985">
                  <a:moveTo>
                    <a:pt x="1768241" y="1325994"/>
                  </a:moveTo>
                  <a:lnTo>
                    <a:pt x="1832541" y="1325994"/>
                  </a:lnTo>
                </a:path>
                <a:path w="8616315" h="1657985">
                  <a:moveTo>
                    <a:pt x="1896841" y="1325994"/>
                  </a:moveTo>
                  <a:lnTo>
                    <a:pt x="1961141" y="1325994"/>
                  </a:lnTo>
                </a:path>
                <a:path w="8616315" h="1657985">
                  <a:moveTo>
                    <a:pt x="2025441" y="1325994"/>
                  </a:moveTo>
                  <a:lnTo>
                    <a:pt x="2089741" y="1325994"/>
                  </a:lnTo>
                </a:path>
                <a:path w="8616315" h="1657985">
                  <a:moveTo>
                    <a:pt x="2154041" y="1325994"/>
                  </a:moveTo>
                  <a:lnTo>
                    <a:pt x="2218341" y="1325994"/>
                  </a:lnTo>
                </a:path>
                <a:path w="8616315" h="1657985">
                  <a:moveTo>
                    <a:pt x="2282642" y="1325994"/>
                  </a:moveTo>
                  <a:lnTo>
                    <a:pt x="2475542" y="1325994"/>
                  </a:lnTo>
                </a:path>
                <a:path w="8616315" h="1657985">
                  <a:moveTo>
                    <a:pt x="2539842" y="1325994"/>
                  </a:moveTo>
                  <a:lnTo>
                    <a:pt x="2604142" y="1325994"/>
                  </a:lnTo>
                </a:path>
                <a:path w="8616315" h="1657985">
                  <a:moveTo>
                    <a:pt x="2668442" y="1325994"/>
                  </a:moveTo>
                  <a:lnTo>
                    <a:pt x="2732742" y="1325994"/>
                  </a:lnTo>
                </a:path>
                <a:path w="8616315" h="1657985">
                  <a:moveTo>
                    <a:pt x="2797042" y="1325994"/>
                  </a:moveTo>
                  <a:lnTo>
                    <a:pt x="2861342" y="1325994"/>
                  </a:lnTo>
                </a:path>
                <a:path w="8616315" h="1657985">
                  <a:moveTo>
                    <a:pt x="2925643" y="1325994"/>
                  </a:moveTo>
                  <a:lnTo>
                    <a:pt x="2989943" y="1325994"/>
                  </a:lnTo>
                </a:path>
                <a:path w="8616315" h="1657985">
                  <a:moveTo>
                    <a:pt x="3054243" y="1325994"/>
                  </a:moveTo>
                  <a:lnTo>
                    <a:pt x="3118543" y="1325994"/>
                  </a:lnTo>
                </a:path>
                <a:path w="8616315" h="1657985">
                  <a:moveTo>
                    <a:pt x="3182843" y="1325994"/>
                  </a:moveTo>
                  <a:lnTo>
                    <a:pt x="3247143" y="1325994"/>
                  </a:lnTo>
                </a:path>
                <a:path w="8616315" h="1657985">
                  <a:moveTo>
                    <a:pt x="3311443" y="1325994"/>
                  </a:moveTo>
                  <a:lnTo>
                    <a:pt x="3375743" y="1325994"/>
                  </a:lnTo>
                </a:path>
                <a:path w="8616315" h="1657985">
                  <a:moveTo>
                    <a:pt x="3440043" y="1325994"/>
                  </a:moveTo>
                  <a:lnTo>
                    <a:pt x="3504331" y="1325994"/>
                  </a:lnTo>
                </a:path>
                <a:path w="8616315" h="1657985">
                  <a:moveTo>
                    <a:pt x="3568631" y="1325994"/>
                  </a:moveTo>
                  <a:lnTo>
                    <a:pt x="3632931" y="1325994"/>
                  </a:lnTo>
                </a:path>
                <a:path w="8616315" h="1657985">
                  <a:moveTo>
                    <a:pt x="3697231" y="1325994"/>
                  </a:moveTo>
                  <a:lnTo>
                    <a:pt x="3761531" y="1325994"/>
                  </a:lnTo>
                </a:path>
                <a:path w="8616315" h="1657985">
                  <a:moveTo>
                    <a:pt x="3825831" y="1325994"/>
                  </a:moveTo>
                  <a:lnTo>
                    <a:pt x="3890131" y="1325994"/>
                  </a:lnTo>
                </a:path>
                <a:path w="8616315" h="1657985">
                  <a:moveTo>
                    <a:pt x="3954431" y="1325994"/>
                  </a:moveTo>
                  <a:lnTo>
                    <a:pt x="4018732" y="1325994"/>
                  </a:lnTo>
                </a:path>
                <a:path w="8616315" h="1657985">
                  <a:moveTo>
                    <a:pt x="4083032" y="1325994"/>
                  </a:moveTo>
                  <a:lnTo>
                    <a:pt x="4275932" y="1325994"/>
                  </a:lnTo>
                </a:path>
                <a:path w="8616315" h="1657985">
                  <a:moveTo>
                    <a:pt x="4340232" y="1325994"/>
                  </a:moveTo>
                  <a:lnTo>
                    <a:pt x="4404532" y="1325994"/>
                  </a:lnTo>
                </a:path>
                <a:path w="8616315" h="1657985">
                  <a:moveTo>
                    <a:pt x="4468832" y="1325994"/>
                  </a:moveTo>
                  <a:lnTo>
                    <a:pt x="4533132" y="1325994"/>
                  </a:lnTo>
                </a:path>
                <a:path w="8616315" h="1657985">
                  <a:moveTo>
                    <a:pt x="4597432" y="1325994"/>
                  </a:moveTo>
                  <a:lnTo>
                    <a:pt x="4661733" y="1325994"/>
                  </a:lnTo>
                </a:path>
                <a:path w="8616315" h="1657985">
                  <a:moveTo>
                    <a:pt x="4726033" y="1325994"/>
                  </a:moveTo>
                  <a:lnTo>
                    <a:pt x="4790333" y="1325994"/>
                  </a:lnTo>
                </a:path>
                <a:path w="8616315" h="1657985">
                  <a:moveTo>
                    <a:pt x="4854633" y="1325994"/>
                  </a:moveTo>
                  <a:lnTo>
                    <a:pt x="4918933" y="1325994"/>
                  </a:lnTo>
                </a:path>
                <a:path w="8616315" h="1657985">
                  <a:moveTo>
                    <a:pt x="4983233" y="1325994"/>
                  </a:moveTo>
                  <a:lnTo>
                    <a:pt x="5047533" y="1325994"/>
                  </a:lnTo>
                </a:path>
                <a:path w="8616315" h="1657985">
                  <a:moveTo>
                    <a:pt x="5111833" y="1325994"/>
                  </a:moveTo>
                  <a:lnTo>
                    <a:pt x="5176133" y="1325994"/>
                  </a:lnTo>
                </a:path>
                <a:path w="8616315" h="1657985">
                  <a:moveTo>
                    <a:pt x="5240433" y="1325994"/>
                  </a:moveTo>
                  <a:lnTo>
                    <a:pt x="5304734" y="1325994"/>
                  </a:lnTo>
                </a:path>
                <a:path w="8616315" h="1657985">
                  <a:moveTo>
                    <a:pt x="5369034" y="1325994"/>
                  </a:moveTo>
                  <a:lnTo>
                    <a:pt x="5433334" y="1325994"/>
                  </a:lnTo>
                </a:path>
                <a:path w="8616315" h="1657985">
                  <a:moveTo>
                    <a:pt x="5497634" y="1325994"/>
                  </a:moveTo>
                  <a:lnTo>
                    <a:pt x="5561934" y="1325994"/>
                  </a:lnTo>
                </a:path>
                <a:path w="8616315" h="1657985">
                  <a:moveTo>
                    <a:pt x="5626234" y="1325994"/>
                  </a:moveTo>
                  <a:lnTo>
                    <a:pt x="5690534" y="1325994"/>
                  </a:lnTo>
                </a:path>
                <a:path w="8616315" h="1657985">
                  <a:moveTo>
                    <a:pt x="5754834" y="1325994"/>
                  </a:moveTo>
                  <a:lnTo>
                    <a:pt x="5819134" y="1325994"/>
                  </a:lnTo>
                </a:path>
                <a:path w="8616315" h="1657985">
                  <a:moveTo>
                    <a:pt x="5883434" y="1325994"/>
                  </a:moveTo>
                  <a:lnTo>
                    <a:pt x="6076322" y="1325994"/>
                  </a:lnTo>
                </a:path>
                <a:path w="8616315" h="1657985">
                  <a:moveTo>
                    <a:pt x="6140622" y="1325994"/>
                  </a:moveTo>
                  <a:lnTo>
                    <a:pt x="6204922" y="1325994"/>
                  </a:lnTo>
                </a:path>
                <a:path w="8616315" h="1657985">
                  <a:moveTo>
                    <a:pt x="6269222" y="1325994"/>
                  </a:moveTo>
                  <a:lnTo>
                    <a:pt x="6333522" y="1325994"/>
                  </a:lnTo>
                </a:path>
                <a:path w="8616315" h="1657985">
                  <a:moveTo>
                    <a:pt x="6397823" y="1325994"/>
                  </a:moveTo>
                  <a:lnTo>
                    <a:pt x="6462123" y="1325994"/>
                  </a:lnTo>
                </a:path>
                <a:path w="8616315" h="1657985">
                  <a:moveTo>
                    <a:pt x="6526423" y="1325994"/>
                  </a:moveTo>
                  <a:lnTo>
                    <a:pt x="6590723" y="1325994"/>
                  </a:lnTo>
                </a:path>
                <a:path w="8616315" h="1657985">
                  <a:moveTo>
                    <a:pt x="6655023" y="1325994"/>
                  </a:moveTo>
                  <a:lnTo>
                    <a:pt x="6719323" y="1325994"/>
                  </a:lnTo>
                </a:path>
                <a:path w="8616315" h="1657985">
                  <a:moveTo>
                    <a:pt x="6783623" y="1325994"/>
                  </a:moveTo>
                  <a:lnTo>
                    <a:pt x="6847923" y="1325994"/>
                  </a:lnTo>
                </a:path>
                <a:path w="8616315" h="1657985">
                  <a:moveTo>
                    <a:pt x="6912223" y="1325994"/>
                  </a:moveTo>
                  <a:lnTo>
                    <a:pt x="6976523" y="1325994"/>
                  </a:lnTo>
                </a:path>
                <a:path w="8616315" h="1657985">
                  <a:moveTo>
                    <a:pt x="7040824" y="1325994"/>
                  </a:moveTo>
                  <a:lnTo>
                    <a:pt x="7105124" y="1325994"/>
                  </a:lnTo>
                </a:path>
                <a:path w="8616315" h="1657985">
                  <a:moveTo>
                    <a:pt x="7169424" y="1325994"/>
                  </a:moveTo>
                  <a:lnTo>
                    <a:pt x="8616170" y="1325994"/>
                  </a:lnTo>
                </a:path>
                <a:path w="8616315" h="1657985">
                  <a:moveTo>
                    <a:pt x="0" y="994498"/>
                  </a:moveTo>
                  <a:lnTo>
                    <a:pt x="417949" y="994498"/>
                  </a:lnTo>
                </a:path>
                <a:path w="8616315" h="1657985">
                  <a:moveTo>
                    <a:pt x="482248" y="994498"/>
                  </a:moveTo>
                  <a:lnTo>
                    <a:pt x="546548" y="994498"/>
                  </a:lnTo>
                </a:path>
                <a:path w="8616315" h="1657985">
                  <a:moveTo>
                    <a:pt x="610848" y="994498"/>
                  </a:moveTo>
                  <a:lnTo>
                    <a:pt x="803747" y="994498"/>
                  </a:lnTo>
                </a:path>
                <a:path w="8616315" h="1657985">
                  <a:moveTo>
                    <a:pt x="868047" y="994498"/>
                  </a:moveTo>
                  <a:lnTo>
                    <a:pt x="1189540" y="994498"/>
                  </a:lnTo>
                </a:path>
                <a:path w="8616315" h="1657985">
                  <a:moveTo>
                    <a:pt x="1253840" y="994498"/>
                  </a:moveTo>
                  <a:lnTo>
                    <a:pt x="1318140" y="994498"/>
                  </a:lnTo>
                </a:path>
                <a:path w="8616315" h="1657985">
                  <a:moveTo>
                    <a:pt x="1382440" y="994498"/>
                  </a:moveTo>
                  <a:lnTo>
                    <a:pt x="1446740" y="994498"/>
                  </a:lnTo>
                </a:path>
                <a:path w="8616315" h="1657985">
                  <a:moveTo>
                    <a:pt x="1511040" y="994498"/>
                  </a:moveTo>
                  <a:lnTo>
                    <a:pt x="1575340" y="994498"/>
                  </a:lnTo>
                </a:path>
                <a:path w="8616315" h="1657985">
                  <a:moveTo>
                    <a:pt x="1639641" y="994498"/>
                  </a:moveTo>
                  <a:lnTo>
                    <a:pt x="1703941" y="994498"/>
                  </a:lnTo>
                </a:path>
                <a:path w="8616315" h="1657985">
                  <a:moveTo>
                    <a:pt x="1768241" y="994498"/>
                  </a:moveTo>
                  <a:lnTo>
                    <a:pt x="1832541" y="994498"/>
                  </a:lnTo>
                </a:path>
                <a:path w="8616315" h="1657985">
                  <a:moveTo>
                    <a:pt x="1896841" y="994498"/>
                  </a:moveTo>
                  <a:lnTo>
                    <a:pt x="1961141" y="994498"/>
                  </a:lnTo>
                </a:path>
                <a:path w="8616315" h="1657985">
                  <a:moveTo>
                    <a:pt x="2025441" y="994498"/>
                  </a:moveTo>
                  <a:lnTo>
                    <a:pt x="2089741" y="994498"/>
                  </a:lnTo>
                </a:path>
                <a:path w="8616315" h="1657985">
                  <a:moveTo>
                    <a:pt x="2154041" y="994498"/>
                  </a:moveTo>
                  <a:lnTo>
                    <a:pt x="2218341" y="994498"/>
                  </a:lnTo>
                </a:path>
                <a:path w="8616315" h="1657985">
                  <a:moveTo>
                    <a:pt x="2282642" y="994498"/>
                  </a:moveTo>
                  <a:lnTo>
                    <a:pt x="2475542" y="994498"/>
                  </a:lnTo>
                </a:path>
                <a:path w="8616315" h="1657985">
                  <a:moveTo>
                    <a:pt x="2539842" y="994498"/>
                  </a:moveTo>
                  <a:lnTo>
                    <a:pt x="2604142" y="994498"/>
                  </a:lnTo>
                </a:path>
                <a:path w="8616315" h="1657985">
                  <a:moveTo>
                    <a:pt x="2668442" y="994498"/>
                  </a:moveTo>
                  <a:lnTo>
                    <a:pt x="2732742" y="994498"/>
                  </a:lnTo>
                </a:path>
                <a:path w="8616315" h="1657985">
                  <a:moveTo>
                    <a:pt x="2797042" y="994498"/>
                  </a:moveTo>
                  <a:lnTo>
                    <a:pt x="2861342" y="994498"/>
                  </a:lnTo>
                </a:path>
                <a:path w="8616315" h="1657985">
                  <a:moveTo>
                    <a:pt x="2925643" y="994498"/>
                  </a:moveTo>
                  <a:lnTo>
                    <a:pt x="2989943" y="994498"/>
                  </a:lnTo>
                </a:path>
                <a:path w="8616315" h="1657985">
                  <a:moveTo>
                    <a:pt x="3054243" y="994498"/>
                  </a:moveTo>
                  <a:lnTo>
                    <a:pt x="3118543" y="994498"/>
                  </a:lnTo>
                </a:path>
                <a:path w="8616315" h="1657985">
                  <a:moveTo>
                    <a:pt x="3182843" y="994498"/>
                  </a:moveTo>
                  <a:lnTo>
                    <a:pt x="3247143" y="994498"/>
                  </a:lnTo>
                </a:path>
                <a:path w="8616315" h="1657985">
                  <a:moveTo>
                    <a:pt x="3311443" y="994498"/>
                  </a:moveTo>
                  <a:lnTo>
                    <a:pt x="3375743" y="994498"/>
                  </a:lnTo>
                </a:path>
                <a:path w="8616315" h="1657985">
                  <a:moveTo>
                    <a:pt x="3440043" y="994498"/>
                  </a:moveTo>
                  <a:lnTo>
                    <a:pt x="3504331" y="994498"/>
                  </a:lnTo>
                </a:path>
                <a:path w="8616315" h="1657985">
                  <a:moveTo>
                    <a:pt x="3568631" y="994498"/>
                  </a:moveTo>
                  <a:lnTo>
                    <a:pt x="3632931" y="994498"/>
                  </a:lnTo>
                </a:path>
                <a:path w="8616315" h="1657985">
                  <a:moveTo>
                    <a:pt x="3697231" y="994498"/>
                  </a:moveTo>
                  <a:lnTo>
                    <a:pt x="3761531" y="994498"/>
                  </a:lnTo>
                </a:path>
                <a:path w="8616315" h="1657985">
                  <a:moveTo>
                    <a:pt x="3825831" y="994498"/>
                  </a:moveTo>
                  <a:lnTo>
                    <a:pt x="3890131" y="994498"/>
                  </a:lnTo>
                </a:path>
                <a:path w="8616315" h="1657985">
                  <a:moveTo>
                    <a:pt x="3954431" y="994498"/>
                  </a:moveTo>
                  <a:lnTo>
                    <a:pt x="4018732" y="994498"/>
                  </a:lnTo>
                </a:path>
                <a:path w="8616315" h="1657985">
                  <a:moveTo>
                    <a:pt x="4083032" y="994498"/>
                  </a:moveTo>
                  <a:lnTo>
                    <a:pt x="4275932" y="994498"/>
                  </a:lnTo>
                </a:path>
                <a:path w="8616315" h="1657985">
                  <a:moveTo>
                    <a:pt x="4340232" y="994498"/>
                  </a:moveTo>
                  <a:lnTo>
                    <a:pt x="4404532" y="994498"/>
                  </a:lnTo>
                </a:path>
                <a:path w="8616315" h="1657985">
                  <a:moveTo>
                    <a:pt x="4468832" y="994498"/>
                  </a:moveTo>
                  <a:lnTo>
                    <a:pt x="4533132" y="994498"/>
                  </a:lnTo>
                </a:path>
                <a:path w="8616315" h="1657985">
                  <a:moveTo>
                    <a:pt x="4597432" y="994498"/>
                  </a:moveTo>
                  <a:lnTo>
                    <a:pt x="4661733" y="994498"/>
                  </a:lnTo>
                </a:path>
                <a:path w="8616315" h="1657985">
                  <a:moveTo>
                    <a:pt x="4726033" y="994498"/>
                  </a:moveTo>
                  <a:lnTo>
                    <a:pt x="4790333" y="994498"/>
                  </a:lnTo>
                </a:path>
                <a:path w="8616315" h="1657985">
                  <a:moveTo>
                    <a:pt x="4854633" y="994498"/>
                  </a:moveTo>
                  <a:lnTo>
                    <a:pt x="4918933" y="994498"/>
                  </a:lnTo>
                </a:path>
                <a:path w="8616315" h="1657985">
                  <a:moveTo>
                    <a:pt x="4983233" y="994498"/>
                  </a:moveTo>
                  <a:lnTo>
                    <a:pt x="5047533" y="994498"/>
                  </a:lnTo>
                </a:path>
                <a:path w="8616315" h="1657985">
                  <a:moveTo>
                    <a:pt x="5111833" y="994498"/>
                  </a:moveTo>
                  <a:lnTo>
                    <a:pt x="5176133" y="994498"/>
                  </a:lnTo>
                </a:path>
                <a:path w="8616315" h="1657985">
                  <a:moveTo>
                    <a:pt x="5240433" y="994498"/>
                  </a:moveTo>
                  <a:lnTo>
                    <a:pt x="5304734" y="994498"/>
                  </a:lnTo>
                </a:path>
                <a:path w="8616315" h="1657985">
                  <a:moveTo>
                    <a:pt x="5369034" y="994498"/>
                  </a:moveTo>
                  <a:lnTo>
                    <a:pt x="5433334" y="994498"/>
                  </a:lnTo>
                </a:path>
                <a:path w="8616315" h="1657985">
                  <a:moveTo>
                    <a:pt x="5497634" y="994498"/>
                  </a:moveTo>
                  <a:lnTo>
                    <a:pt x="5561934" y="994498"/>
                  </a:lnTo>
                </a:path>
                <a:path w="8616315" h="1657985">
                  <a:moveTo>
                    <a:pt x="5626234" y="994498"/>
                  </a:moveTo>
                  <a:lnTo>
                    <a:pt x="5690534" y="994498"/>
                  </a:lnTo>
                </a:path>
                <a:path w="8616315" h="1657985">
                  <a:moveTo>
                    <a:pt x="5754834" y="994498"/>
                  </a:moveTo>
                  <a:lnTo>
                    <a:pt x="5819134" y="994498"/>
                  </a:lnTo>
                </a:path>
                <a:path w="8616315" h="1657985">
                  <a:moveTo>
                    <a:pt x="5883434" y="994498"/>
                  </a:moveTo>
                  <a:lnTo>
                    <a:pt x="6076322" y="994498"/>
                  </a:lnTo>
                </a:path>
                <a:path w="8616315" h="1657985">
                  <a:moveTo>
                    <a:pt x="6140622" y="994498"/>
                  </a:moveTo>
                  <a:lnTo>
                    <a:pt x="6204922" y="994498"/>
                  </a:lnTo>
                </a:path>
                <a:path w="8616315" h="1657985">
                  <a:moveTo>
                    <a:pt x="6269222" y="994498"/>
                  </a:moveTo>
                  <a:lnTo>
                    <a:pt x="6333522" y="994498"/>
                  </a:lnTo>
                </a:path>
                <a:path w="8616315" h="1657985">
                  <a:moveTo>
                    <a:pt x="6397823" y="994498"/>
                  </a:moveTo>
                  <a:lnTo>
                    <a:pt x="6462123" y="994498"/>
                  </a:lnTo>
                </a:path>
                <a:path w="8616315" h="1657985">
                  <a:moveTo>
                    <a:pt x="6526423" y="994498"/>
                  </a:moveTo>
                  <a:lnTo>
                    <a:pt x="6590723" y="994498"/>
                  </a:lnTo>
                </a:path>
                <a:path w="8616315" h="1657985">
                  <a:moveTo>
                    <a:pt x="6655023" y="994498"/>
                  </a:moveTo>
                  <a:lnTo>
                    <a:pt x="6719323" y="994498"/>
                  </a:lnTo>
                </a:path>
                <a:path w="8616315" h="1657985">
                  <a:moveTo>
                    <a:pt x="6783623" y="994498"/>
                  </a:moveTo>
                  <a:lnTo>
                    <a:pt x="6847923" y="994498"/>
                  </a:lnTo>
                </a:path>
                <a:path w="8616315" h="1657985">
                  <a:moveTo>
                    <a:pt x="6912223" y="994498"/>
                  </a:moveTo>
                  <a:lnTo>
                    <a:pt x="6976523" y="994498"/>
                  </a:lnTo>
                </a:path>
                <a:path w="8616315" h="1657985">
                  <a:moveTo>
                    <a:pt x="7040824" y="994498"/>
                  </a:moveTo>
                  <a:lnTo>
                    <a:pt x="7105124" y="994498"/>
                  </a:lnTo>
                </a:path>
                <a:path w="8616315" h="1657985">
                  <a:moveTo>
                    <a:pt x="7169424" y="994498"/>
                  </a:moveTo>
                  <a:lnTo>
                    <a:pt x="8616170" y="994498"/>
                  </a:lnTo>
                </a:path>
                <a:path w="8616315" h="1657985">
                  <a:moveTo>
                    <a:pt x="0" y="662990"/>
                  </a:moveTo>
                  <a:lnTo>
                    <a:pt x="417949" y="662990"/>
                  </a:lnTo>
                </a:path>
                <a:path w="8616315" h="1657985">
                  <a:moveTo>
                    <a:pt x="482248" y="662990"/>
                  </a:moveTo>
                  <a:lnTo>
                    <a:pt x="803747" y="662990"/>
                  </a:lnTo>
                </a:path>
                <a:path w="8616315" h="1657985">
                  <a:moveTo>
                    <a:pt x="868047" y="662990"/>
                  </a:moveTo>
                  <a:lnTo>
                    <a:pt x="1189540" y="662990"/>
                  </a:lnTo>
                </a:path>
                <a:path w="8616315" h="1657985">
                  <a:moveTo>
                    <a:pt x="1253840" y="662990"/>
                  </a:moveTo>
                  <a:lnTo>
                    <a:pt x="1318140" y="662990"/>
                  </a:lnTo>
                </a:path>
                <a:path w="8616315" h="1657985">
                  <a:moveTo>
                    <a:pt x="1382440" y="662990"/>
                  </a:moveTo>
                  <a:lnTo>
                    <a:pt x="1446740" y="662990"/>
                  </a:lnTo>
                </a:path>
                <a:path w="8616315" h="1657985">
                  <a:moveTo>
                    <a:pt x="1511040" y="662990"/>
                  </a:moveTo>
                  <a:lnTo>
                    <a:pt x="1575340" y="662990"/>
                  </a:lnTo>
                </a:path>
                <a:path w="8616315" h="1657985">
                  <a:moveTo>
                    <a:pt x="1639641" y="662990"/>
                  </a:moveTo>
                  <a:lnTo>
                    <a:pt x="1703941" y="662990"/>
                  </a:lnTo>
                </a:path>
                <a:path w="8616315" h="1657985">
                  <a:moveTo>
                    <a:pt x="1768241" y="662990"/>
                  </a:moveTo>
                  <a:lnTo>
                    <a:pt x="1832541" y="662990"/>
                  </a:lnTo>
                </a:path>
                <a:path w="8616315" h="1657985">
                  <a:moveTo>
                    <a:pt x="1896841" y="662990"/>
                  </a:moveTo>
                  <a:lnTo>
                    <a:pt x="1961141" y="662990"/>
                  </a:lnTo>
                </a:path>
                <a:path w="8616315" h="1657985">
                  <a:moveTo>
                    <a:pt x="2025441" y="662990"/>
                  </a:moveTo>
                  <a:lnTo>
                    <a:pt x="2089741" y="662990"/>
                  </a:lnTo>
                </a:path>
                <a:path w="8616315" h="1657985">
                  <a:moveTo>
                    <a:pt x="2154041" y="662990"/>
                  </a:moveTo>
                  <a:lnTo>
                    <a:pt x="2218341" y="662990"/>
                  </a:lnTo>
                </a:path>
                <a:path w="8616315" h="1657985">
                  <a:moveTo>
                    <a:pt x="2282642" y="662990"/>
                  </a:moveTo>
                  <a:lnTo>
                    <a:pt x="2475542" y="662990"/>
                  </a:lnTo>
                </a:path>
                <a:path w="8616315" h="1657985">
                  <a:moveTo>
                    <a:pt x="2539842" y="662990"/>
                  </a:moveTo>
                  <a:lnTo>
                    <a:pt x="2604142" y="662990"/>
                  </a:lnTo>
                </a:path>
                <a:path w="8616315" h="1657985">
                  <a:moveTo>
                    <a:pt x="2668442" y="662990"/>
                  </a:moveTo>
                  <a:lnTo>
                    <a:pt x="2732742" y="662990"/>
                  </a:lnTo>
                </a:path>
                <a:path w="8616315" h="1657985">
                  <a:moveTo>
                    <a:pt x="2797042" y="662990"/>
                  </a:moveTo>
                  <a:lnTo>
                    <a:pt x="2861342" y="662990"/>
                  </a:lnTo>
                </a:path>
                <a:path w="8616315" h="1657985">
                  <a:moveTo>
                    <a:pt x="2925643" y="662990"/>
                  </a:moveTo>
                  <a:lnTo>
                    <a:pt x="2989943" y="662990"/>
                  </a:lnTo>
                </a:path>
                <a:path w="8616315" h="1657985">
                  <a:moveTo>
                    <a:pt x="3054243" y="662990"/>
                  </a:moveTo>
                  <a:lnTo>
                    <a:pt x="3118543" y="662990"/>
                  </a:lnTo>
                </a:path>
                <a:path w="8616315" h="1657985">
                  <a:moveTo>
                    <a:pt x="3182843" y="662990"/>
                  </a:moveTo>
                  <a:lnTo>
                    <a:pt x="3247143" y="662990"/>
                  </a:lnTo>
                </a:path>
                <a:path w="8616315" h="1657985">
                  <a:moveTo>
                    <a:pt x="3311443" y="662990"/>
                  </a:moveTo>
                  <a:lnTo>
                    <a:pt x="3375743" y="662990"/>
                  </a:lnTo>
                </a:path>
                <a:path w="8616315" h="1657985">
                  <a:moveTo>
                    <a:pt x="3440043" y="662990"/>
                  </a:moveTo>
                  <a:lnTo>
                    <a:pt x="3504331" y="662990"/>
                  </a:lnTo>
                </a:path>
                <a:path w="8616315" h="1657985">
                  <a:moveTo>
                    <a:pt x="3568631" y="662990"/>
                  </a:moveTo>
                  <a:lnTo>
                    <a:pt x="3632931" y="662990"/>
                  </a:lnTo>
                </a:path>
                <a:path w="8616315" h="1657985">
                  <a:moveTo>
                    <a:pt x="3697231" y="662990"/>
                  </a:moveTo>
                  <a:lnTo>
                    <a:pt x="3761531" y="662990"/>
                  </a:lnTo>
                </a:path>
                <a:path w="8616315" h="1657985">
                  <a:moveTo>
                    <a:pt x="3825831" y="662990"/>
                  </a:moveTo>
                  <a:lnTo>
                    <a:pt x="3890131" y="662990"/>
                  </a:lnTo>
                </a:path>
                <a:path w="8616315" h="1657985">
                  <a:moveTo>
                    <a:pt x="3954431" y="662990"/>
                  </a:moveTo>
                  <a:lnTo>
                    <a:pt x="4018732" y="662990"/>
                  </a:lnTo>
                </a:path>
                <a:path w="8616315" h="1657985">
                  <a:moveTo>
                    <a:pt x="4083032" y="662990"/>
                  </a:moveTo>
                  <a:lnTo>
                    <a:pt x="4275932" y="662990"/>
                  </a:lnTo>
                </a:path>
                <a:path w="8616315" h="1657985">
                  <a:moveTo>
                    <a:pt x="4340232" y="662990"/>
                  </a:moveTo>
                  <a:lnTo>
                    <a:pt x="4404532" y="662990"/>
                  </a:lnTo>
                </a:path>
                <a:path w="8616315" h="1657985">
                  <a:moveTo>
                    <a:pt x="4468832" y="662990"/>
                  </a:moveTo>
                  <a:lnTo>
                    <a:pt x="4533132" y="662990"/>
                  </a:lnTo>
                </a:path>
                <a:path w="8616315" h="1657985">
                  <a:moveTo>
                    <a:pt x="4597432" y="662990"/>
                  </a:moveTo>
                  <a:lnTo>
                    <a:pt x="4661733" y="662990"/>
                  </a:lnTo>
                </a:path>
                <a:path w="8616315" h="1657985">
                  <a:moveTo>
                    <a:pt x="4726033" y="662990"/>
                  </a:moveTo>
                  <a:lnTo>
                    <a:pt x="4790333" y="662990"/>
                  </a:lnTo>
                </a:path>
                <a:path w="8616315" h="1657985">
                  <a:moveTo>
                    <a:pt x="4854633" y="662990"/>
                  </a:moveTo>
                  <a:lnTo>
                    <a:pt x="4918933" y="662990"/>
                  </a:lnTo>
                </a:path>
                <a:path w="8616315" h="1657985">
                  <a:moveTo>
                    <a:pt x="4983233" y="662990"/>
                  </a:moveTo>
                  <a:lnTo>
                    <a:pt x="5047533" y="662990"/>
                  </a:lnTo>
                </a:path>
                <a:path w="8616315" h="1657985">
                  <a:moveTo>
                    <a:pt x="5111833" y="662990"/>
                  </a:moveTo>
                  <a:lnTo>
                    <a:pt x="5176133" y="662990"/>
                  </a:lnTo>
                </a:path>
                <a:path w="8616315" h="1657985">
                  <a:moveTo>
                    <a:pt x="5240433" y="662990"/>
                  </a:moveTo>
                  <a:lnTo>
                    <a:pt x="5304734" y="662990"/>
                  </a:lnTo>
                </a:path>
                <a:path w="8616315" h="1657985">
                  <a:moveTo>
                    <a:pt x="5369034" y="662990"/>
                  </a:moveTo>
                  <a:lnTo>
                    <a:pt x="5433334" y="662990"/>
                  </a:lnTo>
                </a:path>
                <a:path w="8616315" h="1657985">
                  <a:moveTo>
                    <a:pt x="5497634" y="662990"/>
                  </a:moveTo>
                  <a:lnTo>
                    <a:pt x="5561934" y="662990"/>
                  </a:lnTo>
                </a:path>
                <a:path w="8616315" h="1657985">
                  <a:moveTo>
                    <a:pt x="5626234" y="662990"/>
                  </a:moveTo>
                  <a:lnTo>
                    <a:pt x="5690534" y="662990"/>
                  </a:lnTo>
                </a:path>
                <a:path w="8616315" h="1657985">
                  <a:moveTo>
                    <a:pt x="5754834" y="662990"/>
                  </a:moveTo>
                  <a:lnTo>
                    <a:pt x="5819134" y="662990"/>
                  </a:lnTo>
                </a:path>
                <a:path w="8616315" h="1657985">
                  <a:moveTo>
                    <a:pt x="5883434" y="662990"/>
                  </a:moveTo>
                  <a:lnTo>
                    <a:pt x="6076322" y="662990"/>
                  </a:lnTo>
                </a:path>
                <a:path w="8616315" h="1657985">
                  <a:moveTo>
                    <a:pt x="6140622" y="662990"/>
                  </a:moveTo>
                  <a:lnTo>
                    <a:pt x="6204922" y="662990"/>
                  </a:lnTo>
                </a:path>
                <a:path w="8616315" h="1657985">
                  <a:moveTo>
                    <a:pt x="6269222" y="662990"/>
                  </a:moveTo>
                  <a:lnTo>
                    <a:pt x="6333522" y="662990"/>
                  </a:lnTo>
                </a:path>
                <a:path w="8616315" h="1657985">
                  <a:moveTo>
                    <a:pt x="6397823" y="662990"/>
                  </a:moveTo>
                  <a:lnTo>
                    <a:pt x="6462123" y="662990"/>
                  </a:lnTo>
                </a:path>
                <a:path w="8616315" h="1657985">
                  <a:moveTo>
                    <a:pt x="6526423" y="662990"/>
                  </a:moveTo>
                  <a:lnTo>
                    <a:pt x="6590723" y="662990"/>
                  </a:lnTo>
                </a:path>
                <a:path w="8616315" h="1657985">
                  <a:moveTo>
                    <a:pt x="6655023" y="662990"/>
                  </a:moveTo>
                  <a:lnTo>
                    <a:pt x="6719323" y="662990"/>
                  </a:lnTo>
                </a:path>
                <a:path w="8616315" h="1657985">
                  <a:moveTo>
                    <a:pt x="6783623" y="662990"/>
                  </a:moveTo>
                  <a:lnTo>
                    <a:pt x="6847923" y="662990"/>
                  </a:lnTo>
                </a:path>
                <a:path w="8616315" h="1657985">
                  <a:moveTo>
                    <a:pt x="6912223" y="662990"/>
                  </a:moveTo>
                  <a:lnTo>
                    <a:pt x="6976523" y="662990"/>
                  </a:lnTo>
                </a:path>
                <a:path w="8616315" h="1657985">
                  <a:moveTo>
                    <a:pt x="7040824" y="662990"/>
                  </a:moveTo>
                  <a:lnTo>
                    <a:pt x="7105124" y="662990"/>
                  </a:lnTo>
                </a:path>
                <a:path w="8616315" h="1657985">
                  <a:moveTo>
                    <a:pt x="7169424" y="662990"/>
                  </a:moveTo>
                  <a:lnTo>
                    <a:pt x="8616170" y="662990"/>
                  </a:lnTo>
                </a:path>
                <a:path w="8616315" h="1657985">
                  <a:moveTo>
                    <a:pt x="0" y="331495"/>
                  </a:moveTo>
                  <a:lnTo>
                    <a:pt x="417949" y="331495"/>
                  </a:lnTo>
                </a:path>
                <a:path w="8616315" h="1657985">
                  <a:moveTo>
                    <a:pt x="482248" y="331495"/>
                  </a:moveTo>
                  <a:lnTo>
                    <a:pt x="803747" y="331495"/>
                  </a:lnTo>
                </a:path>
                <a:path w="8616315" h="1657985">
                  <a:moveTo>
                    <a:pt x="868047" y="331495"/>
                  </a:moveTo>
                  <a:lnTo>
                    <a:pt x="1189540" y="331495"/>
                  </a:lnTo>
                </a:path>
                <a:path w="8616315" h="1657985">
                  <a:moveTo>
                    <a:pt x="1253840" y="331495"/>
                  </a:moveTo>
                  <a:lnTo>
                    <a:pt x="1318140" y="331495"/>
                  </a:lnTo>
                </a:path>
                <a:path w="8616315" h="1657985">
                  <a:moveTo>
                    <a:pt x="1382440" y="331495"/>
                  </a:moveTo>
                  <a:lnTo>
                    <a:pt x="1575340" y="331495"/>
                  </a:lnTo>
                </a:path>
                <a:path w="8616315" h="1657985">
                  <a:moveTo>
                    <a:pt x="1639641" y="331495"/>
                  </a:moveTo>
                  <a:lnTo>
                    <a:pt x="1703941" y="331495"/>
                  </a:lnTo>
                </a:path>
                <a:path w="8616315" h="1657985">
                  <a:moveTo>
                    <a:pt x="1768241" y="331495"/>
                  </a:moveTo>
                  <a:lnTo>
                    <a:pt x="1832541" y="331495"/>
                  </a:lnTo>
                </a:path>
                <a:path w="8616315" h="1657985">
                  <a:moveTo>
                    <a:pt x="1896841" y="331495"/>
                  </a:moveTo>
                  <a:lnTo>
                    <a:pt x="1961141" y="331495"/>
                  </a:lnTo>
                </a:path>
                <a:path w="8616315" h="1657985">
                  <a:moveTo>
                    <a:pt x="2025441" y="331495"/>
                  </a:moveTo>
                  <a:lnTo>
                    <a:pt x="2218341" y="331495"/>
                  </a:lnTo>
                </a:path>
                <a:path w="8616315" h="1657985">
                  <a:moveTo>
                    <a:pt x="2282642" y="331495"/>
                  </a:moveTo>
                  <a:lnTo>
                    <a:pt x="2475542" y="331495"/>
                  </a:lnTo>
                </a:path>
                <a:path w="8616315" h="1657985">
                  <a:moveTo>
                    <a:pt x="2539842" y="331495"/>
                  </a:moveTo>
                  <a:lnTo>
                    <a:pt x="2604142" y="331495"/>
                  </a:lnTo>
                </a:path>
                <a:path w="8616315" h="1657985">
                  <a:moveTo>
                    <a:pt x="2668442" y="331495"/>
                  </a:moveTo>
                  <a:lnTo>
                    <a:pt x="2732742" y="331495"/>
                  </a:lnTo>
                </a:path>
                <a:path w="8616315" h="1657985">
                  <a:moveTo>
                    <a:pt x="2797042" y="331495"/>
                  </a:moveTo>
                  <a:lnTo>
                    <a:pt x="2861342" y="331495"/>
                  </a:lnTo>
                </a:path>
                <a:path w="8616315" h="1657985">
                  <a:moveTo>
                    <a:pt x="2925643" y="331495"/>
                  </a:moveTo>
                  <a:lnTo>
                    <a:pt x="2989943" y="331495"/>
                  </a:lnTo>
                </a:path>
                <a:path w="8616315" h="1657985">
                  <a:moveTo>
                    <a:pt x="3054243" y="331495"/>
                  </a:moveTo>
                  <a:lnTo>
                    <a:pt x="3118543" y="331495"/>
                  </a:lnTo>
                </a:path>
                <a:path w="8616315" h="1657985">
                  <a:moveTo>
                    <a:pt x="3182843" y="331495"/>
                  </a:moveTo>
                  <a:lnTo>
                    <a:pt x="3375743" y="331495"/>
                  </a:lnTo>
                </a:path>
                <a:path w="8616315" h="1657985">
                  <a:moveTo>
                    <a:pt x="3440043" y="331495"/>
                  </a:moveTo>
                  <a:lnTo>
                    <a:pt x="3504331" y="331495"/>
                  </a:lnTo>
                </a:path>
                <a:path w="8616315" h="1657985">
                  <a:moveTo>
                    <a:pt x="3568631" y="331495"/>
                  </a:moveTo>
                  <a:lnTo>
                    <a:pt x="3632931" y="331495"/>
                  </a:lnTo>
                </a:path>
                <a:path w="8616315" h="1657985">
                  <a:moveTo>
                    <a:pt x="3697231" y="331495"/>
                  </a:moveTo>
                  <a:lnTo>
                    <a:pt x="3761531" y="331495"/>
                  </a:lnTo>
                </a:path>
                <a:path w="8616315" h="1657985">
                  <a:moveTo>
                    <a:pt x="3825831" y="331495"/>
                  </a:moveTo>
                  <a:lnTo>
                    <a:pt x="4018732" y="331495"/>
                  </a:lnTo>
                </a:path>
                <a:path w="8616315" h="1657985">
                  <a:moveTo>
                    <a:pt x="4083032" y="331495"/>
                  </a:moveTo>
                  <a:lnTo>
                    <a:pt x="4275932" y="331495"/>
                  </a:lnTo>
                </a:path>
                <a:path w="8616315" h="1657985">
                  <a:moveTo>
                    <a:pt x="4340232" y="331495"/>
                  </a:moveTo>
                  <a:lnTo>
                    <a:pt x="4404532" y="331495"/>
                  </a:lnTo>
                </a:path>
                <a:path w="8616315" h="1657985">
                  <a:moveTo>
                    <a:pt x="4468832" y="331495"/>
                  </a:moveTo>
                  <a:lnTo>
                    <a:pt x="4533132" y="331495"/>
                  </a:lnTo>
                </a:path>
                <a:path w="8616315" h="1657985">
                  <a:moveTo>
                    <a:pt x="4597432" y="331495"/>
                  </a:moveTo>
                  <a:lnTo>
                    <a:pt x="4661733" y="331495"/>
                  </a:lnTo>
                </a:path>
                <a:path w="8616315" h="1657985">
                  <a:moveTo>
                    <a:pt x="4726033" y="331495"/>
                  </a:moveTo>
                  <a:lnTo>
                    <a:pt x="4790333" y="331495"/>
                  </a:lnTo>
                </a:path>
                <a:path w="8616315" h="1657985">
                  <a:moveTo>
                    <a:pt x="4854633" y="331495"/>
                  </a:moveTo>
                  <a:lnTo>
                    <a:pt x="4918933" y="331495"/>
                  </a:lnTo>
                </a:path>
                <a:path w="8616315" h="1657985">
                  <a:moveTo>
                    <a:pt x="4983233" y="331495"/>
                  </a:moveTo>
                  <a:lnTo>
                    <a:pt x="5176133" y="331495"/>
                  </a:lnTo>
                </a:path>
                <a:path w="8616315" h="1657985">
                  <a:moveTo>
                    <a:pt x="5240433" y="331495"/>
                  </a:moveTo>
                  <a:lnTo>
                    <a:pt x="5304734" y="331495"/>
                  </a:lnTo>
                </a:path>
                <a:path w="8616315" h="1657985">
                  <a:moveTo>
                    <a:pt x="5369034" y="331495"/>
                  </a:moveTo>
                  <a:lnTo>
                    <a:pt x="5433334" y="331495"/>
                  </a:lnTo>
                </a:path>
                <a:path w="8616315" h="1657985">
                  <a:moveTo>
                    <a:pt x="5497634" y="331495"/>
                  </a:moveTo>
                  <a:lnTo>
                    <a:pt x="5561934" y="331495"/>
                  </a:lnTo>
                </a:path>
                <a:path w="8616315" h="1657985">
                  <a:moveTo>
                    <a:pt x="5626234" y="331495"/>
                  </a:moveTo>
                  <a:lnTo>
                    <a:pt x="5819134" y="331495"/>
                  </a:lnTo>
                </a:path>
                <a:path w="8616315" h="1657985">
                  <a:moveTo>
                    <a:pt x="5883434" y="331495"/>
                  </a:moveTo>
                  <a:lnTo>
                    <a:pt x="6076322" y="331495"/>
                  </a:lnTo>
                </a:path>
                <a:path w="8616315" h="1657985">
                  <a:moveTo>
                    <a:pt x="6140622" y="331495"/>
                  </a:moveTo>
                  <a:lnTo>
                    <a:pt x="6204922" y="331495"/>
                  </a:lnTo>
                </a:path>
                <a:path w="8616315" h="1657985">
                  <a:moveTo>
                    <a:pt x="6269222" y="331495"/>
                  </a:moveTo>
                  <a:lnTo>
                    <a:pt x="6333522" y="331495"/>
                  </a:lnTo>
                </a:path>
                <a:path w="8616315" h="1657985">
                  <a:moveTo>
                    <a:pt x="6397823" y="331495"/>
                  </a:moveTo>
                  <a:lnTo>
                    <a:pt x="6462123" y="331495"/>
                  </a:lnTo>
                </a:path>
                <a:path w="8616315" h="1657985">
                  <a:moveTo>
                    <a:pt x="6526423" y="331495"/>
                  </a:moveTo>
                  <a:lnTo>
                    <a:pt x="6590723" y="331495"/>
                  </a:lnTo>
                </a:path>
                <a:path w="8616315" h="1657985">
                  <a:moveTo>
                    <a:pt x="6655023" y="331495"/>
                  </a:moveTo>
                  <a:lnTo>
                    <a:pt x="6719323" y="331495"/>
                  </a:lnTo>
                </a:path>
                <a:path w="8616315" h="1657985">
                  <a:moveTo>
                    <a:pt x="6783623" y="331495"/>
                  </a:moveTo>
                  <a:lnTo>
                    <a:pt x="6976523" y="331495"/>
                  </a:lnTo>
                </a:path>
                <a:path w="8616315" h="1657985">
                  <a:moveTo>
                    <a:pt x="7040824" y="331495"/>
                  </a:moveTo>
                  <a:lnTo>
                    <a:pt x="8616170" y="331495"/>
                  </a:lnTo>
                </a:path>
                <a:path w="8616315" h="1657985">
                  <a:moveTo>
                    <a:pt x="0" y="0"/>
                  </a:moveTo>
                  <a:lnTo>
                    <a:pt x="417949" y="0"/>
                  </a:lnTo>
                </a:path>
                <a:path w="8616315" h="1657985">
                  <a:moveTo>
                    <a:pt x="482248" y="0"/>
                  </a:moveTo>
                  <a:lnTo>
                    <a:pt x="1575340" y="0"/>
                  </a:lnTo>
                </a:path>
                <a:path w="8616315" h="1657985">
                  <a:moveTo>
                    <a:pt x="1639641" y="0"/>
                  </a:moveTo>
                  <a:lnTo>
                    <a:pt x="1703941" y="0"/>
                  </a:lnTo>
                </a:path>
                <a:path w="8616315" h="1657985">
                  <a:moveTo>
                    <a:pt x="1768241" y="0"/>
                  </a:moveTo>
                  <a:lnTo>
                    <a:pt x="2218341" y="0"/>
                  </a:lnTo>
                </a:path>
                <a:path w="8616315" h="1657985">
                  <a:moveTo>
                    <a:pt x="2282642" y="0"/>
                  </a:moveTo>
                  <a:lnTo>
                    <a:pt x="2475542" y="0"/>
                  </a:lnTo>
                </a:path>
                <a:path w="8616315" h="1657985">
                  <a:moveTo>
                    <a:pt x="2539842" y="0"/>
                  </a:moveTo>
                  <a:lnTo>
                    <a:pt x="2732742" y="0"/>
                  </a:lnTo>
                </a:path>
                <a:path w="8616315" h="1657985">
                  <a:moveTo>
                    <a:pt x="2797042" y="0"/>
                  </a:moveTo>
                  <a:lnTo>
                    <a:pt x="3375743" y="0"/>
                  </a:lnTo>
                </a:path>
                <a:path w="8616315" h="1657985">
                  <a:moveTo>
                    <a:pt x="3440043" y="0"/>
                  </a:moveTo>
                  <a:lnTo>
                    <a:pt x="3504331" y="0"/>
                  </a:lnTo>
                </a:path>
                <a:path w="8616315" h="1657985">
                  <a:moveTo>
                    <a:pt x="3568631" y="0"/>
                  </a:moveTo>
                  <a:lnTo>
                    <a:pt x="4018732" y="0"/>
                  </a:lnTo>
                </a:path>
                <a:path w="8616315" h="1657985">
                  <a:moveTo>
                    <a:pt x="4083032" y="0"/>
                  </a:moveTo>
                  <a:lnTo>
                    <a:pt x="4275932" y="0"/>
                  </a:lnTo>
                </a:path>
                <a:path w="8616315" h="1657985">
                  <a:moveTo>
                    <a:pt x="4340232" y="0"/>
                  </a:moveTo>
                  <a:lnTo>
                    <a:pt x="4533132" y="0"/>
                  </a:lnTo>
                </a:path>
                <a:path w="8616315" h="1657985">
                  <a:moveTo>
                    <a:pt x="4597432" y="0"/>
                  </a:moveTo>
                  <a:lnTo>
                    <a:pt x="5176133" y="0"/>
                  </a:lnTo>
                </a:path>
                <a:path w="8616315" h="1657985">
                  <a:moveTo>
                    <a:pt x="5240433" y="0"/>
                  </a:moveTo>
                  <a:lnTo>
                    <a:pt x="5304734" y="0"/>
                  </a:lnTo>
                </a:path>
                <a:path w="8616315" h="1657985">
                  <a:moveTo>
                    <a:pt x="5369034" y="0"/>
                  </a:moveTo>
                  <a:lnTo>
                    <a:pt x="5819134" y="0"/>
                  </a:lnTo>
                </a:path>
                <a:path w="8616315" h="1657985">
                  <a:moveTo>
                    <a:pt x="5883434" y="0"/>
                  </a:moveTo>
                  <a:lnTo>
                    <a:pt x="6076322" y="0"/>
                  </a:lnTo>
                </a:path>
                <a:path w="8616315" h="1657985">
                  <a:moveTo>
                    <a:pt x="6140622" y="0"/>
                  </a:moveTo>
                  <a:lnTo>
                    <a:pt x="6333522" y="0"/>
                  </a:lnTo>
                </a:path>
                <a:path w="8616315" h="1657985">
                  <a:moveTo>
                    <a:pt x="6397823" y="0"/>
                  </a:moveTo>
                  <a:lnTo>
                    <a:pt x="6590723" y="0"/>
                  </a:lnTo>
                </a:path>
                <a:path w="8616315" h="1657985">
                  <a:moveTo>
                    <a:pt x="6655023" y="0"/>
                  </a:moveTo>
                  <a:lnTo>
                    <a:pt x="861617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118758" y="1877301"/>
              <a:ext cx="8616315" cy="332105"/>
            </a:xfrm>
            <a:custGeom>
              <a:avLst/>
              <a:gdLst/>
              <a:ahLst/>
              <a:cxnLst/>
              <a:rect l="l" t="t" r="r" b="b"/>
              <a:pathLst>
                <a:path w="8616315" h="332105">
                  <a:moveTo>
                    <a:pt x="0" y="331495"/>
                  </a:moveTo>
                  <a:lnTo>
                    <a:pt x="8616170" y="331495"/>
                  </a:lnTo>
                </a:path>
                <a:path w="8616315" h="332105">
                  <a:moveTo>
                    <a:pt x="0" y="0"/>
                  </a:moveTo>
                  <a:lnTo>
                    <a:pt x="861617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8107" y="4516551"/>
              <a:ext cx="64300" cy="32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6708" y="2344661"/>
              <a:ext cx="64298" cy="217509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5306" y="3491407"/>
              <a:ext cx="64300" cy="102834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2506" y="2661450"/>
              <a:ext cx="64300" cy="185830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9711" y="3869982"/>
              <a:ext cx="64287" cy="64977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08299" y="2846235"/>
              <a:ext cx="64300" cy="167351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6899" y="2593365"/>
              <a:ext cx="64300" cy="192638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5499" y="2911932"/>
              <a:ext cx="64300" cy="160782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94099" y="2325509"/>
              <a:ext cx="64300" cy="219424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2699" y="2211400"/>
              <a:ext cx="64300" cy="230835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51300" y="2762300"/>
              <a:ext cx="64300" cy="175745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79900" y="2858833"/>
              <a:ext cx="64300" cy="166091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08500" y="2880042"/>
              <a:ext cx="64300" cy="163970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7100" y="2282075"/>
              <a:ext cx="64300" cy="223767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65700" y="2558745"/>
              <a:ext cx="64300" cy="196100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94301" y="2260066"/>
              <a:ext cx="64300" cy="225968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22901" y="2862668"/>
              <a:ext cx="64300" cy="165708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51501" y="2227706"/>
              <a:ext cx="64300" cy="2292045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80101" y="2701226"/>
              <a:ext cx="64300" cy="181852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8701" y="2846235"/>
              <a:ext cx="64300" cy="167351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7302" y="2593365"/>
              <a:ext cx="64300" cy="192638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65902" y="2911932"/>
              <a:ext cx="64300" cy="160782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94502" y="2325509"/>
              <a:ext cx="64300" cy="219424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23089" y="2211400"/>
              <a:ext cx="64300" cy="230835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1690" y="2762300"/>
              <a:ext cx="64300" cy="175745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80290" y="2858833"/>
              <a:ext cx="64300" cy="1660918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08890" y="2880042"/>
              <a:ext cx="64300" cy="163970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37490" y="2282075"/>
              <a:ext cx="64300" cy="223767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66090" y="2558745"/>
              <a:ext cx="64300" cy="1961007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94691" y="2260066"/>
              <a:ext cx="64300" cy="2259685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23291" y="2862668"/>
              <a:ext cx="64300" cy="165708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51891" y="2227706"/>
              <a:ext cx="64300" cy="229204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80491" y="2701226"/>
              <a:ext cx="64300" cy="181852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9092" y="2846235"/>
              <a:ext cx="64300" cy="1673517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7692" y="2593365"/>
              <a:ext cx="64300" cy="192638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6292" y="2911932"/>
              <a:ext cx="64300" cy="160782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94892" y="2325509"/>
              <a:ext cx="64300" cy="219424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23492" y="2211400"/>
              <a:ext cx="64300" cy="2308352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80693" y="2858833"/>
              <a:ext cx="64300" cy="1660918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52093" y="2762300"/>
              <a:ext cx="64300" cy="175745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09293" y="2880042"/>
              <a:ext cx="64300" cy="1639709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37893" y="2282075"/>
              <a:ext cx="64300" cy="223767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66493" y="2558745"/>
              <a:ext cx="64287" cy="1961007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95081" y="2260066"/>
              <a:ext cx="64300" cy="2259685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23681" y="2862668"/>
              <a:ext cx="64300" cy="165708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52281" y="2227706"/>
              <a:ext cx="64300" cy="229204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709481" y="2262390"/>
              <a:ext cx="64300" cy="2257361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80881" y="2701226"/>
              <a:ext cx="64300" cy="1818525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38082" y="2866783"/>
              <a:ext cx="64300" cy="1652968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66682" y="2928251"/>
              <a:ext cx="64300" cy="1591500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95283" y="2841320"/>
              <a:ext cx="64300" cy="1678432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23882" y="2958083"/>
              <a:ext cx="64300" cy="1561668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52482" y="4518139"/>
              <a:ext cx="64300" cy="1612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481083" y="4518139"/>
              <a:ext cx="64300" cy="1612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09683" y="4518139"/>
              <a:ext cx="64300" cy="1612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738283" y="4518139"/>
              <a:ext cx="64300" cy="161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995483" y="4082808"/>
              <a:ext cx="64300" cy="436943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124084" y="4082808"/>
              <a:ext cx="64300" cy="436943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252684" y="4082808"/>
              <a:ext cx="64300" cy="436943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381284" y="4082808"/>
              <a:ext cx="64300" cy="436943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509871" y="4082808"/>
              <a:ext cx="64300" cy="436943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638472" y="4082808"/>
              <a:ext cx="64300" cy="436943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2118758" y="4529277"/>
              <a:ext cx="8616315" cy="0"/>
            </a:xfrm>
            <a:custGeom>
              <a:avLst/>
              <a:gdLst/>
              <a:ahLst/>
              <a:cxnLst/>
              <a:rect l="l" t="t" r="r" b="b"/>
              <a:pathLst>
                <a:path w="8616315" h="0">
                  <a:moveTo>
                    <a:pt x="0" y="0"/>
                  </a:moveTo>
                  <a:lnTo>
                    <a:pt x="8616170" y="0"/>
                  </a:lnTo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112403" y="4522939"/>
              <a:ext cx="8629015" cy="12700"/>
            </a:xfrm>
            <a:custGeom>
              <a:avLst/>
              <a:gdLst/>
              <a:ahLst/>
              <a:cxnLst/>
              <a:rect l="l" t="t" r="r" b="b"/>
              <a:pathLst>
                <a:path w="8629015" h="12700">
                  <a:moveTo>
                    <a:pt x="12700" y="6337"/>
                  </a:moveTo>
                  <a:lnTo>
                    <a:pt x="10833" y="1854"/>
                  </a:lnTo>
                  <a:lnTo>
                    <a:pt x="6350" y="0"/>
                  </a:lnTo>
                  <a:lnTo>
                    <a:pt x="1854" y="1854"/>
                  </a:lnTo>
                  <a:lnTo>
                    <a:pt x="0" y="6337"/>
                  </a:lnTo>
                  <a:lnTo>
                    <a:pt x="1854" y="10833"/>
                  </a:lnTo>
                  <a:lnTo>
                    <a:pt x="6350" y="12687"/>
                  </a:lnTo>
                  <a:lnTo>
                    <a:pt x="10833" y="10833"/>
                  </a:lnTo>
                  <a:lnTo>
                    <a:pt x="12700" y="6337"/>
                  </a:lnTo>
                  <a:close/>
                </a:path>
                <a:path w="8629015" h="12700">
                  <a:moveTo>
                    <a:pt x="141300" y="6337"/>
                  </a:moveTo>
                  <a:lnTo>
                    <a:pt x="139433" y="1854"/>
                  </a:lnTo>
                  <a:lnTo>
                    <a:pt x="134950" y="0"/>
                  </a:lnTo>
                  <a:lnTo>
                    <a:pt x="130454" y="1854"/>
                  </a:lnTo>
                  <a:lnTo>
                    <a:pt x="128600" y="6337"/>
                  </a:lnTo>
                  <a:lnTo>
                    <a:pt x="130454" y="10833"/>
                  </a:lnTo>
                  <a:lnTo>
                    <a:pt x="134950" y="12687"/>
                  </a:lnTo>
                  <a:lnTo>
                    <a:pt x="139433" y="10833"/>
                  </a:lnTo>
                  <a:lnTo>
                    <a:pt x="141300" y="6337"/>
                  </a:lnTo>
                  <a:close/>
                </a:path>
                <a:path w="8629015" h="12700">
                  <a:moveTo>
                    <a:pt x="269900" y="6337"/>
                  </a:moveTo>
                  <a:lnTo>
                    <a:pt x="268033" y="1854"/>
                  </a:lnTo>
                  <a:lnTo>
                    <a:pt x="263550" y="0"/>
                  </a:lnTo>
                  <a:lnTo>
                    <a:pt x="259054" y="1854"/>
                  </a:lnTo>
                  <a:lnTo>
                    <a:pt x="257200" y="6337"/>
                  </a:lnTo>
                  <a:lnTo>
                    <a:pt x="259054" y="10833"/>
                  </a:lnTo>
                  <a:lnTo>
                    <a:pt x="263550" y="12687"/>
                  </a:lnTo>
                  <a:lnTo>
                    <a:pt x="268033" y="10833"/>
                  </a:lnTo>
                  <a:lnTo>
                    <a:pt x="269900" y="6337"/>
                  </a:lnTo>
                  <a:close/>
                </a:path>
                <a:path w="8629015" h="12700">
                  <a:moveTo>
                    <a:pt x="398500" y="6337"/>
                  </a:moveTo>
                  <a:lnTo>
                    <a:pt x="396633" y="1854"/>
                  </a:lnTo>
                  <a:lnTo>
                    <a:pt x="392150" y="0"/>
                  </a:lnTo>
                  <a:lnTo>
                    <a:pt x="387654" y="1854"/>
                  </a:lnTo>
                  <a:lnTo>
                    <a:pt x="385800" y="6337"/>
                  </a:lnTo>
                  <a:lnTo>
                    <a:pt x="387654" y="10833"/>
                  </a:lnTo>
                  <a:lnTo>
                    <a:pt x="392150" y="12687"/>
                  </a:lnTo>
                  <a:lnTo>
                    <a:pt x="396633" y="10833"/>
                  </a:lnTo>
                  <a:lnTo>
                    <a:pt x="398500" y="6337"/>
                  </a:lnTo>
                  <a:close/>
                </a:path>
                <a:path w="8629015" h="12700">
                  <a:moveTo>
                    <a:pt x="527100" y="6337"/>
                  </a:moveTo>
                  <a:lnTo>
                    <a:pt x="525233" y="1854"/>
                  </a:lnTo>
                  <a:lnTo>
                    <a:pt x="520750" y="0"/>
                  </a:lnTo>
                  <a:lnTo>
                    <a:pt x="516255" y="1854"/>
                  </a:lnTo>
                  <a:lnTo>
                    <a:pt x="514400" y="6337"/>
                  </a:lnTo>
                  <a:lnTo>
                    <a:pt x="516255" y="10833"/>
                  </a:lnTo>
                  <a:lnTo>
                    <a:pt x="520750" y="12687"/>
                  </a:lnTo>
                  <a:lnTo>
                    <a:pt x="525233" y="10833"/>
                  </a:lnTo>
                  <a:lnTo>
                    <a:pt x="527100" y="6337"/>
                  </a:lnTo>
                  <a:close/>
                </a:path>
                <a:path w="8629015" h="12700">
                  <a:moveTo>
                    <a:pt x="655701" y="6337"/>
                  </a:moveTo>
                  <a:lnTo>
                    <a:pt x="653834" y="1854"/>
                  </a:lnTo>
                  <a:lnTo>
                    <a:pt x="649351" y="0"/>
                  </a:lnTo>
                  <a:lnTo>
                    <a:pt x="644855" y="1854"/>
                  </a:lnTo>
                  <a:lnTo>
                    <a:pt x="643001" y="6337"/>
                  </a:lnTo>
                  <a:lnTo>
                    <a:pt x="644855" y="10833"/>
                  </a:lnTo>
                  <a:lnTo>
                    <a:pt x="649351" y="12687"/>
                  </a:lnTo>
                  <a:lnTo>
                    <a:pt x="653834" y="10833"/>
                  </a:lnTo>
                  <a:lnTo>
                    <a:pt x="655701" y="6337"/>
                  </a:lnTo>
                  <a:close/>
                </a:path>
                <a:path w="8629015" h="12700">
                  <a:moveTo>
                    <a:pt x="784301" y="6337"/>
                  </a:moveTo>
                  <a:lnTo>
                    <a:pt x="782434" y="1854"/>
                  </a:lnTo>
                  <a:lnTo>
                    <a:pt x="777951" y="0"/>
                  </a:lnTo>
                  <a:lnTo>
                    <a:pt x="773455" y="1854"/>
                  </a:lnTo>
                  <a:lnTo>
                    <a:pt x="771601" y="6337"/>
                  </a:lnTo>
                  <a:lnTo>
                    <a:pt x="773455" y="10833"/>
                  </a:lnTo>
                  <a:lnTo>
                    <a:pt x="777951" y="12687"/>
                  </a:lnTo>
                  <a:lnTo>
                    <a:pt x="782434" y="10833"/>
                  </a:lnTo>
                  <a:lnTo>
                    <a:pt x="784301" y="6337"/>
                  </a:lnTo>
                  <a:close/>
                </a:path>
                <a:path w="8629015" h="12700">
                  <a:moveTo>
                    <a:pt x="912901" y="6337"/>
                  </a:moveTo>
                  <a:lnTo>
                    <a:pt x="911034" y="1854"/>
                  </a:lnTo>
                  <a:lnTo>
                    <a:pt x="906551" y="0"/>
                  </a:lnTo>
                  <a:lnTo>
                    <a:pt x="902055" y="1854"/>
                  </a:lnTo>
                  <a:lnTo>
                    <a:pt x="900201" y="6337"/>
                  </a:lnTo>
                  <a:lnTo>
                    <a:pt x="902055" y="10833"/>
                  </a:lnTo>
                  <a:lnTo>
                    <a:pt x="906551" y="12687"/>
                  </a:lnTo>
                  <a:lnTo>
                    <a:pt x="911034" y="10833"/>
                  </a:lnTo>
                  <a:lnTo>
                    <a:pt x="912901" y="6337"/>
                  </a:lnTo>
                  <a:close/>
                </a:path>
                <a:path w="8629015" h="12700">
                  <a:moveTo>
                    <a:pt x="1041488" y="6337"/>
                  </a:moveTo>
                  <a:lnTo>
                    <a:pt x="1039634" y="1854"/>
                  </a:lnTo>
                  <a:lnTo>
                    <a:pt x="1035151" y="0"/>
                  </a:lnTo>
                  <a:lnTo>
                    <a:pt x="1030655" y="1854"/>
                  </a:lnTo>
                  <a:lnTo>
                    <a:pt x="1028801" y="6337"/>
                  </a:lnTo>
                  <a:lnTo>
                    <a:pt x="1030655" y="10833"/>
                  </a:lnTo>
                  <a:lnTo>
                    <a:pt x="1035151" y="12687"/>
                  </a:lnTo>
                  <a:lnTo>
                    <a:pt x="1039634" y="10833"/>
                  </a:lnTo>
                  <a:lnTo>
                    <a:pt x="1041488" y="6337"/>
                  </a:lnTo>
                  <a:close/>
                </a:path>
                <a:path w="8629015" h="12700">
                  <a:moveTo>
                    <a:pt x="1170089" y="6337"/>
                  </a:moveTo>
                  <a:lnTo>
                    <a:pt x="1168234" y="1854"/>
                  </a:lnTo>
                  <a:lnTo>
                    <a:pt x="1163751" y="0"/>
                  </a:lnTo>
                  <a:lnTo>
                    <a:pt x="1159256" y="1854"/>
                  </a:lnTo>
                  <a:lnTo>
                    <a:pt x="1157401" y="6337"/>
                  </a:lnTo>
                  <a:lnTo>
                    <a:pt x="1159256" y="10833"/>
                  </a:lnTo>
                  <a:lnTo>
                    <a:pt x="1163751" y="12687"/>
                  </a:lnTo>
                  <a:lnTo>
                    <a:pt x="1168234" y="10833"/>
                  </a:lnTo>
                  <a:lnTo>
                    <a:pt x="1170089" y="6337"/>
                  </a:lnTo>
                  <a:close/>
                </a:path>
                <a:path w="8629015" h="12700">
                  <a:moveTo>
                    <a:pt x="1298689" y="6337"/>
                  </a:moveTo>
                  <a:lnTo>
                    <a:pt x="1296835" y="1854"/>
                  </a:lnTo>
                  <a:lnTo>
                    <a:pt x="1292352" y="0"/>
                  </a:lnTo>
                  <a:lnTo>
                    <a:pt x="1287856" y="1854"/>
                  </a:lnTo>
                  <a:lnTo>
                    <a:pt x="1286002" y="6337"/>
                  </a:lnTo>
                  <a:lnTo>
                    <a:pt x="1287856" y="10833"/>
                  </a:lnTo>
                  <a:lnTo>
                    <a:pt x="1292352" y="12687"/>
                  </a:lnTo>
                  <a:lnTo>
                    <a:pt x="1296835" y="10833"/>
                  </a:lnTo>
                  <a:lnTo>
                    <a:pt x="1298689" y="6337"/>
                  </a:lnTo>
                  <a:close/>
                </a:path>
                <a:path w="8629015" h="12700">
                  <a:moveTo>
                    <a:pt x="1427289" y="6337"/>
                  </a:moveTo>
                  <a:lnTo>
                    <a:pt x="1425435" y="1854"/>
                  </a:lnTo>
                  <a:lnTo>
                    <a:pt x="1420952" y="0"/>
                  </a:lnTo>
                  <a:lnTo>
                    <a:pt x="1416456" y="1854"/>
                  </a:lnTo>
                  <a:lnTo>
                    <a:pt x="1414602" y="6337"/>
                  </a:lnTo>
                  <a:lnTo>
                    <a:pt x="1416456" y="10833"/>
                  </a:lnTo>
                  <a:lnTo>
                    <a:pt x="1420952" y="12687"/>
                  </a:lnTo>
                  <a:lnTo>
                    <a:pt x="1425435" y="10833"/>
                  </a:lnTo>
                  <a:lnTo>
                    <a:pt x="1427289" y="6337"/>
                  </a:lnTo>
                  <a:close/>
                </a:path>
                <a:path w="8629015" h="12700">
                  <a:moveTo>
                    <a:pt x="1555889" y="6337"/>
                  </a:moveTo>
                  <a:lnTo>
                    <a:pt x="1554035" y="1854"/>
                  </a:lnTo>
                  <a:lnTo>
                    <a:pt x="1549552" y="0"/>
                  </a:lnTo>
                  <a:lnTo>
                    <a:pt x="1545056" y="1854"/>
                  </a:lnTo>
                  <a:lnTo>
                    <a:pt x="1543202" y="6337"/>
                  </a:lnTo>
                  <a:lnTo>
                    <a:pt x="1545056" y="10833"/>
                  </a:lnTo>
                  <a:lnTo>
                    <a:pt x="1549552" y="12687"/>
                  </a:lnTo>
                  <a:lnTo>
                    <a:pt x="1554035" y="10833"/>
                  </a:lnTo>
                  <a:lnTo>
                    <a:pt x="1555889" y="6337"/>
                  </a:lnTo>
                  <a:close/>
                </a:path>
                <a:path w="8629015" h="12700">
                  <a:moveTo>
                    <a:pt x="1684489" y="6337"/>
                  </a:moveTo>
                  <a:lnTo>
                    <a:pt x="1682635" y="1854"/>
                  </a:lnTo>
                  <a:lnTo>
                    <a:pt x="1678152" y="0"/>
                  </a:lnTo>
                  <a:lnTo>
                    <a:pt x="1673656" y="1854"/>
                  </a:lnTo>
                  <a:lnTo>
                    <a:pt x="1671802" y="6337"/>
                  </a:lnTo>
                  <a:lnTo>
                    <a:pt x="1673656" y="10833"/>
                  </a:lnTo>
                  <a:lnTo>
                    <a:pt x="1678152" y="12687"/>
                  </a:lnTo>
                  <a:lnTo>
                    <a:pt x="1682635" y="10833"/>
                  </a:lnTo>
                  <a:lnTo>
                    <a:pt x="1684489" y="6337"/>
                  </a:lnTo>
                  <a:close/>
                </a:path>
                <a:path w="8629015" h="12700">
                  <a:moveTo>
                    <a:pt x="1813090" y="6337"/>
                  </a:moveTo>
                  <a:lnTo>
                    <a:pt x="1811235" y="1854"/>
                  </a:lnTo>
                  <a:lnTo>
                    <a:pt x="1806752" y="0"/>
                  </a:lnTo>
                  <a:lnTo>
                    <a:pt x="1802257" y="1854"/>
                  </a:lnTo>
                  <a:lnTo>
                    <a:pt x="1800402" y="6337"/>
                  </a:lnTo>
                  <a:lnTo>
                    <a:pt x="1802257" y="10833"/>
                  </a:lnTo>
                  <a:lnTo>
                    <a:pt x="1806752" y="12687"/>
                  </a:lnTo>
                  <a:lnTo>
                    <a:pt x="1811235" y="10833"/>
                  </a:lnTo>
                  <a:lnTo>
                    <a:pt x="1813090" y="6337"/>
                  </a:lnTo>
                  <a:close/>
                </a:path>
                <a:path w="8629015" h="12700">
                  <a:moveTo>
                    <a:pt x="1941690" y="6337"/>
                  </a:moveTo>
                  <a:lnTo>
                    <a:pt x="1939836" y="1854"/>
                  </a:lnTo>
                  <a:lnTo>
                    <a:pt x="1935353" y="0"/>
                  </a:lnTo>
                  <a:lnTo>
                    <a:pt x="1930857" y="1854"/>
                  </a:lnTo>
                  <a:lnTo>
                    <a:pt x="1929003" y="6337"/>
                  </a:lnTo>
                  <a:lnTo>
                    <a:pt x="1930857" y="10833"/>
                  </a:lnTo>
                  <a:lnTo>
                    <a:pt x="1935353" y="12687"/>
                  </a:lnTo>
                  <a:lnTo>
                    <a:pt x="1939836" y="10833"/>
                  </a:lnTo>
                  <a:lnTo>
                    <a:pt x="1941690" y="6337"/>
                  </a:lnTo>
                  <a:close/>
                </a:path>
                <a:path w="8629015" h="12700">
                  <a:moveTo>
                    <a:pt x="2070290" y="6337"/>
                  </a:moveTo>
                  <a:lnTo>
                    <a:pt x="2068436" y="1854"/>
                  </a:lnTo>
                  <a:lnTo>
                    <a:pt x="2063953" y="0"/>
                  </a:lnTo>
                  <a:lnTo>
                    <a:pt x="2059457" y="1854"/>
                  </a:lnTo>
                  <a:lnTo>
                    <a:pt x="2057603" y="6337"/>
                  </a:lnTo>
                  <a:lnTo>
                    <a:pt x="2059457" y="10833"/>
                  </a:lnTo>
                  <a:lnTo>
                    <a:pt x="2063953" y="12687"/>
                  </a:lnTo>
                  <a:lnTo>
                    <a:pt x="2068436" y="10833"/>
                  </a:lnTo>
                  <a:lnTo>
                    <a:pt x="2070290" y="6337"/>
                  </a:lnTo>
                  <a:close/>
                </a:path>
                <a:path w="8629015" h="12700">
                  <a:moveTo>
                    <a:pt x="2198890" y="6337"/>
                  </a:moveTo>
                  <a:lnTo>
                    <a:pt x="2197036" y="1854"/>
                  </a:lnTo>
                  <a:lnTo>
                    <a:pt x="2192553" y="0"/>
                  </a:lnTo>
                  <a:lnTo>
                    <a:pt x="2188057" y="1854"/>
                  </a:lnTo>
                  <a:lnTo>
                    <a:pt x="2186203" y="6337"/>
                  </a:lnTo>
                  <a:lnTo>
                    <a:pt x="2188057" y="10833"/>
                  </a:lnTo>
                  <a:lnTo>
                    <a:pt x="2192553" y="12687"/>
                  </a:lnTo>
                  <a:lnTo>
                    <a:pt x="2197036" y="10833"/>
                  </a:lnTo>
                  <a:lnTo>
                    <a:pt x="2198890" y="6337"/>
                  </a:lnTo>
                  <a:close/>
                </a:path>
                <a:path w="8629015" h="12700">
                  <a:moveTo>
                    <a:pt x="2327478" y="6337"/>
                  </a:moveTo>
                  <a:lnTo>
                    <a:pt x="2325624" y="1854"/>
                  </a:lnTo>
                  <a:lnTo>
                    <a:pt x="2321141" y="0"/>
                  </a:lnTo>
                  <a:lnTo>
                    <a:pt x="2316645" y="1854"/>
                  </a:lnTo>
                  <a:lnTo>
                    <a:pt x="2314791" y="6337"/>
                  </a:lnTo>
                  <a:lnTo>
                    <a:pt x="2316645" y="10833"/>
                  </a:lnTo>
                  <a:lnTo>
                    <a:pt x="2321141" y="12687"/>
                  </a:lnTo>
                  <a:lnTo>
                    <a:pt x="2325624" y="10833"/>
                  </a:lnTo>
                  <a:lnTo>
                    <a:pt x="2327478" y="6337"/>
                  </a:lnTo>
                  <a:close/>
                </a:path>
                <a:path w="8629015" h="12700">
                  <a:moveTo>
                    <a:pt x="2456078" y="6337"/>
                  </a:moveTo>
                  <a:lnTo>
                    <a:pt x="2454224" y="1854"/>
                  </a:lnTo>
                  <a:lnTo>
                    <a:pt x="2449741" y="0"/>
                  </a:lnTo>
                  <a:lnTo>
                    <a:pt x="2445245" y="1854"/>
                  </a:lnTo>
                  <a:lnTo>
                    <a:pt x="2443391" y="6337"/>
                  </a:lnTo>
                  <a:lnTo>
                    <a:pt x="2445245" y="10833"/>
                  </a:lnTo>
                  <a:lnTo>
                    <a:pt x="2449741" y="12687"/>
                  </a:lnTo>
                  <a:lnTo>
                    <a:pt x="2454224" y="10833"/>
                  </a:lnTo>
                  <a:lnTo>
                    <a:pt x="2456078" y="6337"/>
                  </a:lnTo>
                  <a:close/>
                </a:path>
                <a:path w="8629015" h="12700">
                  <a:moveTo>
                    <a:pt x="2584678" y="6337"/>
                  </a:moveTo>
                  <a:lnTo>
                    <a:pt x="2582824" y="1854"/>
                  </a:lnTo>
                  <a:lnTo>
                    <a:pt x="2578341" y="0"/>
                  </a:lnTo>
                  <a:lnTo>
                    <a:pt x="2573845" y="1854"/>
                  </a:lnTo>
                  <a:lnTo>
                    <a:pt x="2571991" y="6337"/>
                  </a:lnTo>
                  <a:lnTo>
                    <a:pt x="2573845" y="10833"/>
                  </a:lnTo>
                  <a:lnTo>
                    <a:pt x="2578341" y="12687"/>
                  </a:lnTo>
                  <a:lnTo>
                    <a:pt x="2582824" y="10833"/>
                  </a:lnTo>
                  <a:lnTo>
                    <a:pt x="2584678" y="6337"/>
                  </a:lnTo>
                  <a:close/>
                </a:path>
                <a:path w="8629015" h="12700">
                  <a:moveTo>
                    <a:pt x="2713278" y="6337"/>
                  </a:moveTo>
                  <a:lnTo>
                    <a:pt x="2711424" y="1854"/>
                  </a:lnTo>
                  <a:lnTo>
                    <a:pt x="2706941" y="0"/>
                  </a:lnTo>
                  <a:lnTo>
                    <a:pt x="2702445" y="1854"/>
                  </a:lnTo>
                  <a:lnTo>
                    <a:pt x="2700591" y="6337"/>
                  </a:lnTo>
                  <a:lnTo>
                    <a:pt x="2702445" y="10833"/>
                  </a:lnTo>
                  <a:lnTo>
                    <a:pt x="2706941" y="12687"/>
                  </a:lnTo>
                  <a:lnTo>
                    <a:pt x="2711424" y="10833"/>
                  </a:lnTo>
                  <a:lnTo>
                    <a:pt x="2713278" y="6337"/>
                  </a:lnTo>
                  <a:close/>
                </a:path>
                <a:path w="8629015" h="12700">
                  <a:moveTo>
                    <a:pt x="2841879" y="6337"/>
                  </a:moveTo>
                  <a:lnTo>
                    <a:pt x="2840024" y="1854"/>
                  </a:lnTo>
                  <a:lnTo>
                    <a:pt x="2835541" y="0"/>
                  </a:lnTo>
                  <a:lnTo>
                    <a:pt x="2831046" y="1854"/>
                  </a:lnTo>
                  <a:lnTo>
                    <a:pt x="2829191" y="6337"/>
                  </a:lnTo>
                  <a:lnTo>
                    <a:pt x="2831046" y="10833"/>
                  </a:lnTo>
                  <a:lnTo>
                    <a:pt x="2835541" y="12687"/>
                  </a:lnTo>
                  <a:lnTo>
                    <a:pt x="2840024" y="10833"/>
                  </a:lnTo>
                  <a:lnTo>
                    <a:pt x="2841879" y="6337"/>
                  </a:lnTo>
                  <a:close/>
                </a:path>
                <a:path w="8629015" h="12700">
                  <a:moveTo>
                    <a:pt x="2970479" y="6337"/>
                  </a:moveTo>
                  <a:lnTo>
                    <a:pt x="2968625" y="1854"/>
                  </a:lnTo>
                  <a:lnTo>
                    <a:pt x="2964142" y="0"/>
                  </a:lnTo>
                  <a:lnTo>
                    <a:pt x="2959646" y="1854"/>
                  </a:lnTo>
                  <a:lnTo>
                    <a:pt x="2957792" y="6337"/>
                  </a:lnTo>
                  <a:lnTo>
                    <a:pt x="2959646" y="10833"/>
                  </a:lnTo>
                  <a:lnTo>
                    <a:pt x="2964142" y="12687"/>
                  </a:lnTo>
                  <a:lnTo>
                    <a:pt x="2968625" y="10833"/>
                  </a:lnTo>
                  <a:lnTo>
                    <a:pt x="2970479" y="6337"/>
                  </a:lnTo>
                  <a:close/>
                </a:path>
                <a:path w="8629015" h="12700">
                  <a:moveTo>
                    <a:pt x="3099079" y="6337"/>
                  </a:moveTo>
                  <a:lnTo>
                    <a:pt x="3097225" y="1854"/>
                  </a:lnTo>
                  <a:lnTo>
                    <a:pt x="3092742" y="0"/>
                  </a:lnTo>
                  <a:lnTo>
                    <a:pt x="3088246" y="1854"/>
                  </a:lnTo>
                  <a:lnTo>
                    <a:pt x="3086392" y="6337"/>
                  </a:lnTo>
                  <a:lnTo>
                    <a:pt x="3088246" y="10833"/>
                  </a:lnTo>
                  <a:lnTo>
                    <a:pt x="3092742" y="12687"/>
                  </a:lnTo>
                  <a:lnTo>
                    <a:pt x="3097225" y="10833"/>
                  </a:lnTo>
                  <a:lnTo>
                    <a:pt x="3099079" y="6337"/>
                  </a:lnTo>
                  <a:close/>
                </a:path>
                <a:path w="8629015" h="12700">
                  <a:moveTo>
                    <a:pt x="3227679" y="6337"/>
                  </a:moveTo>
                  <a:lnTo>
                    <a:pt x="3225825" y="1854"/>
                  </a:lnTo>
                  <a:lnTo>
                    <a:pt x="3221342" y="0"/>
                  </a:lnTo>
                  <a:lnTo>
                    <a:pt x="3216846" y="1854"/>
                  </a:lnTo>
                  <a:lnTo>
                    <a:pt x="3214992" y="6337"/>
                  </a:lnTo>
                  <a:lnTo>
                    <a:pt x="3216846" y="10833"/>
                  </a:lnTo>
                  <a:lnTo>
                    <a:pt x="3221342" y="12687"/>
                  </a:lnTo>
                  <a:lnTo>
                    <a:pt x="3225825" y="10833"/>
                  </a:lnTo>
                  <a:lnTo>
                    <a:pt x="3227679" y="6337"/>
                  </a:lnTo>
                  <a:close/>
                </a:path>
                <a:path w="8629015" h="12700">
                  <a:moveTo>
                    <a:pt x="3356279" y="6337"/>
                  </a:moveTo>
                  <a:lnTo>
                    <a:pt x="3354425" y="1854"/>
                  </a:lnTo>
                  <a:lnTo>
                    <a:pt x="3349942" y="0"/>
                  </a:lnTo>
                  <a:lnTo>
                    <a:pt x="3345446" y="1854"/>
                  </a:lnTo>
                  <a:lnTo>
                    <a:pt x="3343592" y="6337"/>
                  </a:lnTo>
                  <a:lnTo>
                    <a:pt x="3345446" y="10833"/>
                  </a:lnTo>
                  <a:lnTo>
                    <a:pt x="3349942" y="12687"/>
                  </a:lnTo>
                  <a:lnTo>
                    <a:pt x="3354425" y="10833"/>
                  </a:lnTo>
                  <a:lnTo>
                    <a:pt x="3356279" y="6337"/>
                  </a:lnTo>
                  <a:close/>
                </a:path>
                <a:path w="8629015" h="12700">
                  <a:moveTo>
                    <a:pt x="3484880" y="6337"/>
                  </a:moveTo>
                  <a:lnTo>
                    <a:pt x="3483025" y="1854"/>
                  </a:lnTo>
                  <a:lnTo>
                    <a:pt x="3478542" y="0"/>
                  </a:lnTo>
                  <a:lnTo>
                    <a:pt x="3474047" y="1854"/>
                  </a:lnTo>
                  <a:lnTo>
                    <a:pt x="3472192" y="6337"/>
                  </a:lnTo>
                  <a:lnTo>
                    <a:pt x="3474047" y="10833"/>
                  </a:lnTo>
                  <a:lnTo>
                    <a:pt x="3478542" y="12687"/>
                  </a:lnTo>
                  <a:lnTo>
                    <a:pt x="3483025" y="10833"/>
                  </a:lnTo>
                  <a:lnTo>
                    <a:pt x="3484880" y="6337"/>
                  </a:lnTo>
                  <a:close/>
                </a:path>
                <a:path w="8629015" h="12700">
                  <a:moveTo>
                    <a:pt x="3613480" y="6337"/>
                  </a:moveTo>
                  <a:lnTo>
                    <a:pt x="3611626" y="1854"/>
                  </a:lnTo>
                  <a:lnTo>
                    <a:pt x="3607143" y="0"/>
                  </a:lnTo>
                  <a:lnTo>
                    <a:pt x="3602647" y="1854"/>
                  </a:lnTo>
                  <a:lnTo>
                    <a:pt x="3600793" y="6337"/>
                  </a:lnTo>
                  <a:lnTo>
                    <a:pt x="3602647" y="10833"/>
                  </a:lnTo>
                  <a:lnTo>
                    <a:pt x="3607143" y="12687"/>
                  </a:lnTo>
                  <a:lnTo>
                    <a:pt x="3611626" y="10833"/>
                  </a:lnTo>
                  <a:lnTo>
                    <a:pt x="3613480" y="6337"/>
                  </a:lnTo>
                  <a:close/>
                </a:path>
                <a:path w="8629015" h="12700">
                  <a:moveTo>
                    <a:pt x="3742080" y="6337"/>
                  </a:moveTo>
                  <a:lnTo>
                    <a:pt x="3740226" y="1854"/>
                  </a:lnTo>
                  <a:lnTo>
                    <a:pt x="3735743" y="0"/>
                  </a:lnTo>
                  <a:lnTo>
                    <a:pt x="3731247" y="1854"/>
                  </a:lnTo>
                  <a:lnTo>
                    <a:pt x="3729393" y="6337"/>
                  </a:lnTo>
                  <a:lnTo>
                    <a:pt x="3731247" y="10833"/>
                  </a:lnTo>
                  <a:lnTo>
                    <a:pt x="3735743" y="12687"/>
                  </a:lnTo>
                  <a:lnTo>
                    <a:pt x="3740226" y="10833"/>
                  </a:lnTo>
                  <a:lnTo>
                    <a:pt x="3742080" y="6337"/>
                  </a:lnTo>
                  <a:close/>
                </a:path>
                <a:path w="8629015" h="12700">
                  <a:moveTo>
                    <a:pt x="3870680" y="6337"/>
                  </a:moveTo>
                  <a:lnTo>
                    <a:pt x="3868826" y="1854"/>
                  </a:lnTo>
                  <a:lnTo>
                    <a:pt x="3864343" y="0"/>
                  </a:lnTo>
                  <a:lnTo>
                    <a:pt x="3859847" y="1854"/>
                  </a:lnTo>
                  <a:lnTo>
                    <a:pt x="3857993" y="6337"/>
                  </a:lnTo>
                  <a:lnTo>
                    <a:pt x="3859847" y="10833"/>
                  </a:lnTo>
                  <a:lnTo>
                    <a:pt x="3864343" y="12687"/>
                  </a:lnTo>
                  <a:lnTo>
                    <a:pt x="3868826" y="10833"/>
                  </a:lnTo>
                  <a:lnTo>
                    <a:pt x="3870680" y="6337"/>
                  </a:lnTo>
                  <a:close/>
                </a:path>
                <a:path w="8629015" h="12700">
                  <a:moveTo>
                    <a:pt x="3999280" y="6337"/>
                  </a:moveTo>
                  <a:lnTo>
                    <a:pt x="3997426" y="1854"/>
                  </a:lnTo>
                  <a:lnTo>
                    <a:pt x="3992943" y="0"/>
                  </a:lnTo>
                  <a:lnTo>
                    <a:pt x="3988447" y="1854"/>
                  </a:lnTo>
                  <a:lnTo>
                    <a:pt x="3986593" y="6337"/>
                  </a:lnTo>
                  <a:lnTo>
                    <a:pt x="3988447" y="10833"/>
                  </a:lnTo>
                  <a:lnTo>
                    <a:pt x="3992943" y="12687"/>
                  </a:lnTo>
                  <a:lnTo>
                    <a:pt x="3997426" y="10833"/>
                  </a:lnTo>
                  <a:lnTo>
                    <a:pt x="3999280" y="6337"/>
                  </a:lnTo>
                  <a:close/>
                </a:path>
                <a:path w="8629015" h="12700">
                  <a:moveTo>
                    <a:pt x="4127881" y="6337"/>
                  </a:moveTo>
                  <a:lnTo>
                    <a:pt x="4126026" y="1854"/>
                  </a:lnTo>
                  <a:lnTo>
                    <a:pt x="4121543" y="0"/>
                  </a:lnTo>
                  <a:lnTo>
                    <a:pt x="4117048" y="1854"/>
                  </a:lnTo>
                  <a:lnTo>
                    <a:pt x="4115193" y="6337"/>
                  </a:lnTo>
                  <a:lnTo>
                    <a:pt x="4117048" y="10833"/>
                  </a:lnTo>
                  <a:lnTo>
                    <a:pt x="4121543" y="12687"/>
                  </a:lnTo>
                  <a:lnTo>
                    <a:pt x="4126026" y="10833"/>
                  </a:lnTo>
                  <a:lnTo>
                    <a:pt x="4127881" y="6337"/>
                  </a:lnTo>
                  <a:close/>
                </a:path>
                <a:path w="8629015" h="12700">
                  <a:moveTo>
                    <a:pt x="4256481" y="6337"/>
                  </a:moveTo>
                  <a:lnTo>
                    <a:pt x="4254627" y="1854"/>
                  </a:lnTo>
                  <a:lnTo>
                    <a:pt x="4250144" y="0"/>
                  </a:lnTo>
                  <a:lnTo>
                    <a:pt x="4245648" y="1854"/>
                  </a:lnTo>
                  <a:lnTo>
                    <a:pt x="4243794" y="6337"/>
                  </a:lnTo>
                  <a:lnTo>
                    <a:pt x="4245648" y="10833"/>
                  </a:lnTo>
                  <a:lnTo>
                    <a:pt x="4250144" y="12687"/>
                  </a:lnTo>
                  <a:lnTo>
                    <a:pt x="4254627" y="10833"/>
                  </a:lnTo>
                  <a:lnTo>
                    <a:pt x="4256481" y="6337"/>
                  </a:lnTo>
                  <a:close/>
                </a:path>
                <a:path w="8629015" h="12700">
                  <a:moveTo>
                    <a:pt x="4385081" y="6337"/>
                  </a:moveTo>
                  <a:lnTo>
                    <a:pt x="4383227" y="1854"/>
                  </a:lnTo>
                  <a:lnTo>
                    <a:pt x="4378744" y="0"/>
                  </a:lnTo>
                  <a:lnTo>
                    <a:pt x="4374248" y="1854"/>
                  </a:lnTo>
                  <a:lnTo>
                    <a:pt x="4372394" y="6337"/>
                  </a:lnTo>
                  <a:lnTo>
                    <a:pt x="4374248" y="10833"/>
                  </a:lnTo>
                  <a:lnTo>
                    <a:pt x="4378744" y="12687"/>
                  </a:lnTo>
                  <a:lnTo>
                    <a:pt x="4383227" y="10833"/>
                  </a:lnTo>
                  <a:lnTo>
                    <a:pt x="4385081" y="6337"/>
                  </a:lnTo>
                  <a:close/>
                </a:path>
                <a:path w="8629015" h="12700">
                  <a:moveTo>
                    <a:pt x="4513681" y="6337"/>
                  </a:moveTo>
                  <a:lnTo>
                    <a:pt x="4511827" y="1854"/>
                  </a:lnTo>
                  <a:lnTo>
                    <a:pt x="4507344" y="0"/>
                  </a:lnTo>
                  <a:lnTo>
                    <a:pt x="4502848" y="1854"/>
                  </a:lnTo>
                  <a:lnTo>
                    <a:pt x="4500994" y="6337"/>
                  </a:lnTo>
                  <a:lnTo>
                    <a:pt x="4502848" y="10833"/>
                  </a:lnTo>
                  <a:lnTo>
                    <a:pt x="4507344" y="12687"/>
                  </a:lnTo>
                  <a:lnTo>
                    <a:pt x="4511827" y="10833"/>
                  </a:lnTo>
                  <a:lnTo>
                    <a:pt x="4513681" y="6337"/>
                  </a:lnTo>
                  <a:close/>
                </a:path>
                <a:path w="8629015" h="12700">
                  <a:moveTo>
                    <a:pt x="4642282" y="6337"/>
                  </a:moveTo>
                  <a:lnTo>
                    <a:pt x="4640427" y="1854"/>
                  </a:lnTo>
                  <a:lnTo>
                    <a:pt x="4635944" y="0"/>
                  </a:lnTo>
                  <a:lnTo>
                    <a:pt x="4631448" y="1854"/>
                  </a:lnTo>
                  <a:lnTo>
                    <a:pt x="4629594" y="6337"/>
                  </a:lnTo>
                  <a:lnTo>
                    <a:pt x="4631448" y="10833"/>
                  </a:lnTo>
                  <a:lnTo>
                    <a:pt x="4635944" y="12687"/>
                  </a:lnTo>
                  <a:lnTo>
                    <a:pt x="4640427" y="10833"/>
                  </a:lnTo>
                  <a:lnTo>
                    <a:pt x="4642282" y="6337"/>
                  </a:lnTo>
                  <a:close/>
                </a:path>
                <a:path w="8629015" h="12700">
                  <a:moveTo>
                    <a:pt x="4770869" y="6337"/>
                  </a:moveTo>
                  <a:lnTo>
                    <a:pt x="4769015" y="1854"/>
                  </a:lnTo>
                  <a:lnTo>
                    <a:pt x="4764532" y="0"/>
                  </a:lnTo>
                  <a:lnTo>
                    <a:pt x="4760036" y="1854"/>
                  </a:lnTo>
                  <a:lnTo>
                    <a:pt x="4758182" y="6337"/>
                  </a:lnTo>
                  <a:lnTo>
                    <a:pt x="4760036" y="10833"/>
                  </a:lnTo>
                  <a:lnTo>
                    <a:pt x="4764532" y="12687"/>
                  </a:lnTo>
                  <a:lnTo>
                    <a:pt x="4769015" y="10833"/>
                  </a:lnTo>
                  <a:lnTo>
                    <a:pt x="4770869" y="6337"/>
                  </a:lnTo>
                  <a:close/>
                </a:path>
                <a:path w="8629015" h="12700">
                  <a:moveTo>
                    <a:pt x="4899469" y="6337"/>
                  </a:moveTo>
                  <a:lnTo>
                    <a:pt x="4897615" y="1854"/>
                  </a:lnTo>
                  <a:lnTo>
                    <a:pt x="4893132" y="0"/>
                  </a:lnTo>
                  <a:lnTo>
                    <a:pt x="4888636" y="1854"/>
                  </a:lnTo>
                  <a:lnTo>
                    <a:pt x="4886782" y="6337"/>
                  </a:lnTo>
                  <a:lnTo>
                    <a:pt x="4888636" y="10833"/>
                  </a:lnTo>
                  <a:lnTo>
                    <a:pt x="4893132" y="12687"/>
                  </a:lnTo>
                  <a:lnTo>
                    <a:pt x="4897615" y="10833"/>
                  </a:lnTo>
                  <a:lnTo>
                    <a:pt x="4899469" y="6337"/>
                  </a:lnTo>
                  <a:close/>
                </a:path>
                <a:path w="8629015" h="12700">
                  <a:moveTo>
                    <a:pt x="5028069" y="6337"/>
                  </a:moveTo>
                  <a:lnTo>
                    <a:pt x="5026215" y="1854"/>
                  </a:lnTo>
                  <a:lnTo>
                    <a:pt x="5021732" y="0"/>
                  </a:lnTo>
                  <a:lnTo>
                    <a:pt x="5017236" y="1854"/>
                  </a:lnTo>
                  <a:lnTo>
                    <a:pt x="5015382" y="6337"/>
                  </a:lnTo>
                  <a:lnTo>
                    <a:pt x="5017236" y="10833"/>
                  </a:lnTo>
                  <a:lnTo>
                    <a:pt x="5021732" y="12687"/>
                  </a:lnTo>
                  <a:lnTo>
                    <a:pt x="5026215" y="10833"/>
                  </a:lnTo>
                  <a:lnTo>
                    <a:pt x="5028069" y="6337"/>
                  </a:lnTo>
                  <a:close/>
                </a:path>
                <a:path w="8629015" h="12700">
                  <a:moveTo>
                    <a:pt x="5156670" y="6337"/>
                  </a:moveTo>
                  <a:lnTo>
                    <a:pt x="5154815" y="1854"/>
                  </a:lnTo>
                  <a:lnTo>
                    <a:pt x="5150332" y="0"/>
                  </a:lnTo>
                  <a:lnTo>
                    <a:pt x="5145837" y="1854"/>
                  </a:lnTo>
                  <a:lnTo>
                    <a:pt x="5143982" y="6337"/>
                  </a:lnTo>
                  <a:lnTo>
                    <a:pt x="5145837" y="10833"/>
                  </a:lnTo>
                  <a:lnTo>
                    <a:pt x="5150332" y="12687"/>
                  </a:lnTo>
                  <a:lnTo>
                    <a:pt x="5154815" y="10833"/>
                  </a:lnTo>
                  <a:lnTo>
                    <a:pt x="5156670" y="6337"/>
                  </a:lnTo>
                  <a:close/>
                </a:path>
                <a:path w="8629015" h="12700">
                  <a:moveTo>
                    <a:pt x="5285270" y="6337"/>
                  </a:moveTo>
                  <a:lnTo>
                    <a:pt x="5283416" y="1854"/>
                  </a:lnTo>
                  <a:lnTo>
                    <a:pt x="5278933" y="0"/>
                  </a:lnTo>
                  <a:lnTo>
                    <a:pt x="5274437" y="1854"/>
                  </a:lnTo>
                  <a:lnTo>
                    <a:pt x="5272583" y="6337"/>
                  </a:lnTo>
                  <a:lnTo>
                    <a:pt x="5274437" y="10833"/>
                  </a:lnTo>
                  <a:lnTo>
                    <a:pt x="5278933" y="12687"/>
                  </a:lnTo>
                  <a:lnTo>
                    <a:pt x="5283416" y="10833"/>
                  </a:lnTo>
                  <a:lnTo>
                    <a:pt x="5285270" y="6337"/>
                  </a:lnTo>
                  <a:close/>
                </a:path>
                <a:path w="8629015" h="12700">
                  <a:moveTo>
                    <a:pt x="5413870" y="6337"/>
                  </a:moveTo>
                  <a:lnTo>
                    <a:pt x="5412016" y="1854"/>
                  </a:lnTo>
                  <a:lnTo>
                    <a:pt x="5407533" y="0"/>
                  </a:lnTo>
                  <a:lnTo>
                    <a:pt x="5403037" y="1854"/>
                  </a:lnTo>
                  <a:lnTo>
                    <a:pt x="5401183" y="6337"/>
                  </a:lnTo>
                  <a:lnTo>
                    <a:pt x="5403037" y="10833"/>
                  </a:lnTo>
                  <a:lnTo>
                    <a:pt x="5407533" y="12687"/>
                  </a:lnTo>
                  <a:lnTo>
                    <a:pt x="5412016" y="10833"/>
                  </a:lnTo>
                  <a:lnTo>
                    <a:pt x="5413870" y="6337"/>
                  </a:lnTo>
                  <a:close/>
                </a:path>
                <a:path w="8629015" h="12700">
                  <a:moveTo>
                    <a:pt x="5542470" y="6337"/>
                  </a:moveTo>
                  <a:lnTo>
                    <a:pt x="5540616" y="1854"/>
                  </a:lnTo>
                  <a:lnTo>
                    <a:pt x="5536133" y="0"/>
                  </a:lnTo>
                  <a:lnTo>
                    <a:pt x="5531637" y="1854"/>
                  </a:lnTo>
                  <a:lnTo>
                    <a:pt x="5529783" y="6337"/>
                  </a:lnTo>
                  <a:lnTo>
                    <a:pt x="5531637" y="10833"/>
                  </a:lnTo>
                  <a:lnTo>
                    <a:pt x="5536133" y="12687"/>
                  </a:lnTo>
                  <a:lnTo>
                    <a:pt x="5540616" y="10833"/>
                  </a:lnTo>
                  <a:lnTo>
                    <a:pt x="5542470" y="6337"/>
                  </a:lnTo>
                  <a:close/>
                </a:path>
                <a:path w="8629015" h="12700">
                  <a:moveTo>
                    <a:pt x="5671070" y="6337"/>
                  </a:moveTo>
                  <a:lnTo>
                    <a:pt x="5669216" y="1854"/>
                  </a:lnTo>
                  <a:lnTo>
                    <a:pt x="5664733" y="0"/>
                  </a:lnTo>
                  <a:lnTo>
                    <a:pt x="5660237" y="1854"/>
                  </a:lnTo>
                  <a:lnTo>
                    <a:pt x="5658383" y="6337"/>
                  </a:lnTo>
                  <a:lnTo>
                    <a:pt x="5660237" y="10833"/>
                  </a:lnTo>
                  <a:lnTo>
                    <a:pt x="5664733" y="12687"/>
                  </a:lnTo>
                  <a:lnTo>
                    <a:pt x="5669216" y="10833"/>
                  </a:lnTo>
                  <a:lnTo>
                    <a:pt x="5671070" y="6337"/>
                  </a:lnTo>
                  <a:close/>
                </a:path>
                <a:path w="8629015" h="12700">
                  <a:moveTo>
                    <a:pt x="5799671" y="6337"/>
                  </a:moveTo>
                  <a:lnTo>
                    <a:pt x="5797816" y="1854"/>
                  </a:lnTo>
                  <a:lnTo>
                    <a:pt x="5793333" y="0"/>
                  </a:lnTo>
                  <a:lnTo>
                    <a:pt x="5788838" y="1854"/>
                  </a:lnTo>
                  <a:lnTo>
                    <a:pt x="5786983" y="6337"/>
                  </a:lnTo>
                  <a:lnTo>
                    <a:pt x="5788838" y="10833"/>
                  </a:lnTo>
                  <a:lnTo>
                    <a:pt x="5793333" y="12687"/>
                  </a:lnTo>
                  <a:lnTo>
                    <a:pt x="5797816" y="10833"/>
                  </a:lnTo>
                  <a:lnTo>
                    <a:pt x="5799671" y="6337"/>
                  </a:lnTo>
                  <a:close/>
                </a:path>
                <a:path w="8629015" h="12700">
                  <a:moveTo>
                    <a:pt x="5928271" y="6337"/>
                  </a:moveTo>
                  <a:lnTo>
                    <a:pt x="5926417" y="1854"/>
                  </a:lnTo>
                  <a:lnTo>
                    <a:pt x="5921934" y="0"/>
                  </a:lnTo>
                  <a:lnTo>
                    <a:pt x="5917438" y="1854"/>
                  </a:lnTo>
                  <a:lnTo>
                    <a:pt x="5915584" y="6337"/>
                  </a:lnTo>
                  <a:lnTo>
                    <a:pt x="5917438" y="10833"/>
                  </a:lnTo>
                  <a:lnTo>
                    <a:pt x="5921934" y="12687"/>
                  </a:lnTo>
                  <a:lnTo>
                    <a:pt x="5926417" y="10833"/>
                  </a:lnTo>
                  <a:lnTo>
                    <a:pt x="5928271" y="6337"/>
                  </a:lnTo>
                  <a:close/>
                </a:path>
                <a:path w="8629015" h="12700">
                  <a:moveTo>
                    <a:pt x="6056871" y="6337"/>
                  </a:moveTo>
                  <a:lnTo>
                    <a:pt x="6055017" y="1854"/>
                  </a:lnTo>
                  <a:lnTo>
                    <a:pt x="6050534" y="0"/>
                  </a:lnTo>
                  <a:lnTo>
                    <a:pt x="6046038" y="1854"/>
                  </a:lnTo>
                  <a:lnTo>
                    <a:pt x="6044184" y="6337"/>
                  </a:lnTo>
                  <a:lnTo>
                    <a:pt x="6046038" y="10833"/>
                  </a:lnTo>
                  <a:lnTo>
                    <a:pt x="6050534" y="12687"/>
                  </a:lnTo>
                  <a:lnTo>
                    <a:pt x="6055017" y="10833"/>
                  </a:lnTo>
                  <a:lnTo>
                    <a:pt x="6056871" y="6337"/>
                  </a:lnTo>
                  <a:close/>
                </a:path>
                <a:path w="8629015" h="12700">
                  <a:moveTo>
                    <a:pt x="6185471" y="6337"/>
                  </a:moveTo>
                  <a:lnTo>
                    <a:pt x="6183617" y="1854"/>
                  </a:lnTo>
                  <a:lnTo>
                    <a:pt x="6179134" y="0"/>
                  </a:lnTo>
                  <a:lnTo>
                    <a:pt x="6174638" y="1854"/>
                  </a:lnTo>
                  <a:lnTo>
                    <a:pt x="6172784" y="6337"/>
                  </a:lnTo>
                  <a:lnTo>
                    <a:pt x="6174638" y="10833"/>
                  </a:lnTo>
                  <a:lnTo>
                    <a:pt x="6179134" y="12687"/>
                  </a:lnTo>
                  <a:lnTo>
                    <a:pt x="6183617" y="10833"/>
                  </a:lnTo>
                  <a:lnTo>
                    <a:pt x="6185471" y="6337"/>
                  </a:lnTo>
                  <a:close/>
                </a:path>
                <a:path w="8629015" h="12700">
                  <a:moveTo>
                    <a:pt x="6314071" y="6337"/>
                  </a:moveTo>
                  <a:lnTo>
                    <a:pt x="6312217" y="1854"/>
                  </a:lnTo>
                  <a:lnTo>
                    <a:pt x="6307734" y="0"/>
                  </a:lnTo>
                  <a:lnTo>
                    <a:pt x="6303238" y="1854"/>
                  </a:lnTo>
                  <a:lnTo>
                    <a:pt x="6301384" y="6337"/>
                  </a:lnTo>
                  <a:lnTo>
                    <a:pt x="6303238" y="10833"/>
                  </a:lnTo>
                  <a:lnTo>
                    <a:pt x="6307734" y="12687"/>
                  </a:lnTo>
                  <a:lnTo>
                    <a:pt x="6312217" y="10833"/>
                  </a:lnTo>
                  <a:lnTo>
                    <a:pt x="6314071" y="6337"/>
                  </a:lnTo>
                  <a:close/>
                </a:path>
                <a:path w="8629015" h="12700">
                  <a:moveTo>
                    <a:pt x="6442672" y="6337"/>
                  </a:moveTo>
                  <a:lnTo>
                    <a:pt x="6440818" y="1854"/>
                  </a:lnTo>
                  <a:lnTo>
                    <a:pt x="6436334" y="0"/>
                  </a:lnTo>
                  <a:lnTo>
                    <a:pt x="6431839" y="1854"/>
                  </a:lnTo>
                  <a:lnTo>
                    <a:pt x="6429984" y="6337"/>
                  </a:lnTo>
                  <a:lnTo>
                    <a:pt x="6431839" y="10833"/>
                  </a:lnTo>
                  <a:lnTo>
                    <a:pt x="6436334" y="12687"/>
                  </a:lnTo>
                  <a:lnTo>
                    <a:pt x="6440818" y="10833"/>
                  </a:lnTo>
                  <a:lnTo>
                    <a:pt x="6442672" y="6337"/>
                  </a:lnTo>
                  <a:close/>
                </a:path>
                <a:path w="8629015" h="12700">
                  <a:moveTo>
                    <a:pt x="6571272" y="6337"/>
                  </a:moveTo>
                  <a:lnTo>
                    <a:pt x="6569418" y="1854"/>
                  </a:lnTo>
                  <a:lnTo>
                    <a:pt x="6564935" y="0"/>
                  </a:lnTo>
                  <a:lnTo>
                    <a:pt x="6560439" y="1854"/>
                  </a:lnTo>
                  <a:lnTo>
                    <a:pt x="6558585" y="6337"/>
                  </a:lnTo>
                  <a:lnTo>
                    <a:pt x="6560439" y="10833"/>
                  </a:lnTo>
                  <a:lnTo>
                    <a:pt x="6564935" y="12687"/>
                  </a:lnTo>
                  <a:lnTo>
                    <a:pt x="6569418" y="10833"/>
                  </a:lnTo>
                  <a:lnTo>
                    <a:pt x="6571272" y="6337"/>
                  </a:lnTo>
                  <a:close/>
                </a:path>
                <a:path w="8629015" h="12700">
                  <a:moveTo>
                    <a:pt x="6699872" y="6337"/>
                  </a:moveTo>
                  <a:lnTo>
                    <a:pt x="6698018" y="1854"/>
                  </a:lnTo>
                  <a:lnTo>
                    <a:pt x="6693535" y="0"/>
                  </a:lnTo>
                  <a:lnTo>
                    <a:pt x="6689039" y="1854"/>
                  </a:lnTo>
                  <a:lnTo>
                    <a:pt x="6687185" y="6337"/>
                  </a:lnTo>
                  <a:lnTo>
                    <a:pt x="6689039" y="10833"/>
                  </a:lnTo>
                  <a:lnTo>
                    <a:pt x="6693535" y="12687"/>
                  </a:lnTo>
                  <a:lnTo>
                    <a:pt x="6698018" y="10833"/>
                  </a:lnTo>
                  <a:lnTo>
                    <a:pt x="6699872" y="6337"/>
                  </a:lnTo>
                  <a:close/>
                </a:path>
                <a:path w="8629015" h="12700">
                  <a:moveTo>
                    <a:pt x="6828472" y="6337"/>
                  </a:moveTo>
                  <a:lnTo>
                    <a:pt x="6826618" y="1854"/>
                  </a:lnTo>
                  <a:lnTo>
                    <a:pt x="6822135" y="0"/>
                  </a:lnTo>
                  <a:lnTo>
                    <a:pt x="6817639" y="1854"/>
                  </a:lnTo>
                  <a:lnTo>
                    <a:pt x="6815785" y="6337"/>
                  </a:lnTo>
                  <a:lnTo>
                    <a:pt x="6817639" y="10833"/>
                  </a:lnTo>
                  <a:lnTo>
                    <a:pt x="6822135" y="12687"/>
                  </a:lnTo>
                  <a:lnTo>
                    <a:pt x="6826618" y="10833"/>
                  </a:lnTo>
                  <a:lnTo>
                    <a:pt x="6828472" y="6337"/>
                  </a:lnTo>
                  <a:close/>
                </a:path>
                <a:path w="8629015" h="12700">
                  <a:moveTo>
                    <a:pt x="6957073" y="6337"/>
                  </a:moveTo>
                  <a:lnTo>
                    <a:pt x="6955218" y="1854"/>
                  </a:lnTo>
                  <a:lnTo>
                    <a:pt x="6950735" y="0"/>
                  </a:lnTo>
                  <a:lnTo>
                    <a:pt x="6946239" y="1854"/>
                  </a:lnTo>
                  <a:lnTo>
                    <a:pt x="6944385" y="6337"/>
                  </a:lnTo>
                  <a:lnTo>
                    <a:pt x="6946239" y="10833"/>
                  </a:lnTo>
                  <a:lnTo>
                    <a:pt x="6950735" y="12687"/>
                  </a:lnTo>
                  <a:lnTo>
                    <a:pt x="6955218" y="10833"/>
                  </a:lnTo>
                  <a:lnTo>
                    <a:pt x="6957073" y="6337"/>
                  </a:lnTo>
                  <a:close/>
                </a:path>
                <a:path w="8629015" h="12700">
                  <a:moveTo>
                    <a:pt x="7085673" y="6337"/>
                  </a:moveTo>
                  <a:lnTo>
                    <a:pt x="7083819" y="1854"/>
                  </a:lnTo>
                  <a:lnTo>
                    <a:pt x="7079335" y="0"/>
                  </a:lnTo>
                  <a:lnTo>
                    <a:pt x="7074840" y="1854"/>
                  </a:lnTo>
                  <a:lnTo>
                    <a:pt x="7072985" y="6337"/>
                  </a:lnTo>
                  <a:lnTo>
                    <a:pt x="7074840" y="10833"/>
                  </a:lnTo>
                  <a:lnTo>
                    <a:pt x="7079335" y="12687"/>
                  </a:lnTo>
                  <a:lnTo>
                    <a:pt x="7083819" y="10833"/>
                  </a:lnTo>
                  <a:lnTo>
                    <a:pt x="7085673" y="6337"/>
                  </a:lnTo>
                  <a:close/>
                </a:path>
                <a:path w="8629015" h="12700">
                  <a:moveTo>
                    <a:pt x="7214273" y="6337"/>
                  </a:moveTo>
                  <a:lnTo>
                    <a:pt x="7212419" y="1854"/>
                  </a:lnTo>
                  <a:lnTo>
                    <a:pt x="7207936" y="0"/>
                  </a:lnTo>
                  <a:lnTo>
                    <a:pt x="7203440" y="1854"/>
                  </a:lnTo>
                  <a:lnTo>
                    <a:pt x="7201586" y="6337"/>
                  </a:lnTo>
                  <a:lnTo>
                    <a:pt x="7203440" y="10833"/>
                  </a:lnTo>
                  <a:lnTo>
                    <a:pt x="7207936" y="12687"/>
                  </a:lnTo>
                  <a:lnTo>
                    <a:pt x="7212419" y="10833"/>
                  </a:lnTo>
                  <a:lnTo>
                    <a:pt x="7214273" y="6337"/>
                  </a:lnTo>
                  <a:close/>
                </a:path>
                <a:path w="8629015" h="12700">
                  <a:moveTo>
                    <a:pt x="7342860" y="6337"/>
                  </a:moveTo>
                  <a:lnTo>
                    <a:pt x="7341006" y="1854"/>
                  </a:lnTo>
                  <a:lnTo>
                    <a:pt x="7336523" y="0"/>
                  </a:lnTo>
                  <a:lnTo>
                    <a:pt x="7332027" y="1854"/>
                  </a:lnTo>
                  <a:lnTo>
                    <a:pt x="7330173" y="6337"/>
                  </a:lnTo>
                  <a:lnTo>
                    <a:pt x="7332027" y="10833"/>
                  </a:lnTo>
                  <a:lnTo>
                    <a:pt x="7336523" y="12687"/>
                  </a:lnTo>
                  <a:lnTo>
                    <a:pt x="7341006" y="10833"/>
                  </a:lnTo>
                  <a:lnTo>
                    <a:pt x="7342860" y="6337"/>
                  </a:lnTo>
                  <a:close/>
                </a:path>
                <a:path w="8629015" h="12700">
                  <a:moveTo>
                    <a:pt x="7471461" y="6337"/>
                  </a:moveTo>
                  <a:lnTo>
                    <a:pt x="7469606" y="1854"/>
                  </a:lnTo>
                  <a:lnTo>
                    <a:pt x="7465123" y="0"/>
                  </a:lnTo>
                  <a:lnTo>
                    <a:pt x="7460628" y="1854"/>
                  </a:lnTo>
                  <a:lnTo>
                    <a:pt x="7458773" y="6337"/>
                  </a:lnTo>
                  <a:lnTo>
                    <a:pt x="7460628" y="10833"/>
                  </a:lnTo>
                  <a:lnTo>
                    <a:pt x="7465123" y="12687"/>
                  </a:lnTo>
                  <a:lnTo>
                    <a:pt x="7469606" y="10833"/>
                  </a:lnTo>
                  <a:lnTo>
                    <a:pt x="7471461" y="6337"/>
                  </a:lnTo>
                  <a:close/>
                </a:path>
                <a:path w="8629015" h="12700">
                  <a:moveTo>
                    <a:pt x="7600061" y="6337"/>
                  </a:moveTo>
                  <a:lnTo>
                    <a:pt x="7598207" y="1854"/>
                  </a:lnTo>
                  <a:lnTo>
                    <a:pt x="7593724" y="0"/>
                  </a:lnTo>
                  <a:lnTo>
                    <a:pt x="7589228" y="1854"/>
                  </a:lnTo>
                  <a:lnTo>
                    <a:pt x="7587374" y="6337"/>
                  </a:lnTo>
                  <a:lnTo>
                    <a:pt x="7589228" y="10833"/>
                  </a:lnTo>
                  <a:lnTo>
                    <a:pt x="7593724" y="12687"/>
                  </a:lnTo>
                  <a:lnTo>
                    <a:pt x="7598207" y="10833"/>
                  </a:lnTo>
                  <a:lnTo>
                    <a:pt x="7600061" y="6337"/>
                  </a:lnTo>
                  <a:close/>
                </a:path>
                <a:path w="8629015" h="12700">
                  <a:moveTo>
                    <a:pt x="7728661" y="6337"/>
                  </a:moveTo>
                  <a:lnTo>
                    <a:pt x="7726807" y="1854"/>
                  </a:lnTo>
                  <a:lnTo>
                    <a:pt x="7722324" y="0"/>
                  </a:lnTo>
                  <a:lnTo>
                    <a:pt x="7717828" y="1854"/>
                  </a:lnTo>
                  <a:lnTo>
                    <a:pt x="7715974" y="6337"/>
                  </a:lnTo>
                  <a:lnTo>
                    <a:pt x="7717828" y="10833"/>
                  </a:lnTo>
                  <a:lnTo>
                    <a:pt x="7722324" y="12687"/>
                  </a:lnTo>
                  <a:lnTo>
                    <a:pt x="7726807" y="10833"/>
                  </a:lnTo>
                  <a:lnTo>
                    <a:pt x="7728661" y="6337"/>
                  </a:lnTo>
                  <a:close/>
                </a:path>
                <a:path w="8629015" h="12700">
                  <a:moveTo>
                    <a:pt x="7857261" y="6337"/>
                  </a:moveTo>
                  <a:lnTo>
                    <a:pt x="7855407" y="1854"/>
                  </a:lnTo>
                  <a:lnTo>
                    <a:pt x="7850924" y="0"/>
                  </a:lnTo>
                  <a:lnTo>
                    <a:pt x="7846428" y="1854"/>
                  </a:lnTo>
                  <a:lnTo>
                    <a:pt x="7844574" y="6337"/>
                  </a:lnTo>
                  <a:lnTo>
                    <a:pt x="7846428" y="10833"/>
                  </a:lnTo>
                  <a:lnTo>
                    <a:pt x="7850924" y="12687"/>
                  </a:lnTo>
                  <a:lnTo>
                    <a:pt x="7855407" y="10833"/>
                  </a:lnTo>
                  <a:lnTo>
                    <a:pt x="7857261" y="6337"/>
                  </a:lnTo>
                  <a:close/>
                </a:path>
                <a:path w="8629015" h="12700">
                  <a:moveTo>
                    <a:pt x="7985861" y="6337"/>
                  </a:moveTo>
                  <a:lnTo>
                    <a:pt x="7984007" y="1854"/>
                  </a:lnTo>
                  <a:lnTo>
                    <a:pt x="7979524" y="0"/>
                  </a:lnTo>
                  <a:lnTo>
                    <a:pt x="7975028" y="1854"/>
                  </a:lnTo>
                  <a:lnTo>
                    <a:pt x="7973174" y="6337"/>
                  </a:lnTo>
                  <a:lnTo>
                    <a:pt x="7975028" y="10833"/>
                  </a:lnTo>
                  <a:lnTo>
                    <a:pt x="7979524" y="12687"/>
                  </a:lnTo>
                  <a:lnTo>
                    <a:pt x="7984007" y="10833"/>
                  </a:lnTo>
                  <a:lnTo>
                    <a:pt x="7985861" y="6337"/>
                  </a:lnTo>
                  <a:close/>
                </a:path>
                <a:path w="8629015" h="12700">
                  <a:moveTo>
                    <a:pt x="8114462" y="6337"/>
                  </a:moveTo>
                  <a:lnTo>
                    <a:pt x="8112607" y="1854"/>
                  </a:lnTo>
                  <a:lnTo>
                    <a:pt x="8108124" y="0"/>
                  </a:lnTo>
                  <a:lnTo>
                    <a:pt x="8103629" y="1854"/>
                  </a:lnTo>
                  <a:lnTo>
                    <a:pt x="8101774" y="6337"/>
                  </a:lnTo>
                  <a:lnTo>
                    <a:pt x="8103629" y="10833"/>
                  </a:lnTo>
                  <a:lnTo>
                    <a:pt x="8108124" y="12687"/>
                  </a:lnTo>
                  <a:lnTo>
                    <a:pt x="8112607" y="10833"/>
                  </a:lnTo>
                  <a:lnTo>
                    <a:pt x="8114462" y="6337"/>
                  </a:lnTo>
                  <a:close/>
                </a:path>
                <a:path w="8629015" h="12700">
                  <a:moveTo>
                    <a:pt x="8243062" y="6337"/>
                  </a:moveTo>
                  <a:lnTo>
                    <a:pt x="8241208" y="1854"/>
                  </a:lnTo>
                  <a:lnTo>
                    <a:pt x="8236725" y="0"/>
                  </a:lnTo>
                  <a:lnTo>
                    <a:pt x="8232229" y="1854"/>
                  </a:lnTo>
                  <a:lnTo>
                    <a:pt x="8230375" y="6337"/>
                  </a:lnTo>
                  <a:lnTo>
                    <a:pt x="8232229" y="10833"/>
                  </a:lnTo>
                  <a:lnTo>
                    <a:pt x="8236725" y="12687"/>
                  </a:lnTo>
                  <a:lnTo>
                    <a:pt x="8241208" y="10833"/>
                  </a:lnTo>
                  <a:lnTo>
                    <a:pt x="8243062" y="6337"/>
                  </a:lnTo>
                  <a:close/>
                </a:path>
                <a:path w="8629015" h="12700">
                  <a:moveTo>
                    <a:pt x="8371662" y="6337"/>
                  </a:moveTo>
                  <a:lnTo>
                    <a:pt x="8369808" y="1854"/>
                  </a:lnTo>
                  <a:lnTo>
                    <a:pt x="8365325" y="0"/>
                  </a:lnTo>
                  <a:lnTo>
                    <a:pt x="8360829" y="1854"/>
                  </a:lnTo>
                  <a:lnTo>
                    <a:pt x="8358975" y="6337"/>
                  </a:lnTo>
                  <a:lnTo>
                    <a:pt x="8360829" y="10833"/>
                  </a:lnTo>
                  <a:lnTo>
                    <a:pt x="8365325" y="12687"/>
                  </a:lnTo>
                  <a:lnTo>
                    <a:pt x="8369808" y="10833"/>
                  </a:lnTo>
                  <a:lnTo>
                    <a:pt x="8371662" y="6337"/>
                  </a:lnTo>
                  <a:close/>
                </a:path>
                <a:path w="8629015" h="12700">
                  <a:moveTo>
                    <a:pt x="8500262" y="6337"/>
                  </a:moveTo>
                  <a:lnTo>
                    <a:pt x="8498408" y="1854"/>
                  </a:lnTo>
                  <a:lnTo>
                    <a:pt x="8493925" y="0"/>
                  </a:lnTo>
                  <a:lnTo>
                    <a:pt x="8489429" y="1854"/>
                  </a:lnTo>
                  <a:lnTo>
                    <a:pt x="8487575" y="6337"/>
                  </a:lnTo>
                  <a:lnTo>
                    <a:pt x="8489429" y="10833"/>
                  </a:lnTo>
                  <a:lnTo>
                    <a:pt x="8493925" y="12687"/>
                  </a:lnTo>
                  <a:lnTo>
                    <a:pt x="8498408" y="10833"/>
                  </a:lnTo>
                  <a:lnTo>
                    <a:pt x="8500262" y="6337"/>
                  </a:lnTo>
                  <a:close/>
                </a:path>
                <a:path w="8629015" h="12700">
                  <a:moveTo>
                    <a:pt x="8628863" y="6337"/>
                  </a:moveTo>
                  <a:lnTo>
                    <a:pt x="8627008" y="1854"/>
                  </a:lnTo>
                  <a:lnTo>
                    <a:pt x="8622525" y="0"/>
                  </a:lnTo>
                  <a:lnTo>
                    <a:pt x="8618029" y="1854"/>
                  </a:lnTo>
                  <a:lnTo>
                    <a:pt x="8616175" y="6337"/>
                  </a:lnTo>
                  <a:lnTo>
                    <a:pt x="8618029" y="10833"/>
                  </a:lnTo>
                  <a:lnTo>
                    <a:pt x="8622525" y="12687"/>
                  </a:lnTo>
                  <a:lnTo>
                    <a:pt x="8627008" y="10833"/>
                  </a:lnTo>
                  <a:lnTo>
                    <a:pt x="8628863" y="63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2123033" y="4608357"/>
            <a:ext cx="8627745" cy="17411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r" marR="5080">
              <a:lnSpc>
                <a:spcPts val="919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AMT_ANNUITY</a:t>
            </a:r>
            <a:endParaRPr sz="900">
              <a:latin typeface="Calibri"/>
              <a:cs typeface="Calibri"/>
            </a:endParaRPr>
          </a:p>
          <a:p>
            <a:pPr algn="r" marL="698500" marR="5080" indent="83185">
              <a:lnSpc>
                <a:spcPts val="1010"/>
              </a:lnSpc>
              <a:spcBef>
                <a:spcPts val="5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AMT_GOODS_PRICE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NAME_TYPE_SUITE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OWN_CAR_AGE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OCCUPATION_TYPE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CNT_FAM_MEMBERS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EXT_SOURCE_1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EXT_SOURCE_2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EXT_SOURCE_3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APARTMENTS_AVG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BASEMENTAREA_AVG</a:t>
            </a:r>
            <a:endParaRPr sz="900">
              <a:latin typeface="Calibri"/>
              <a:cs typeface="Calibri"/>
            </a:endParaRPr>
          </a:p>
          <a:p>
            <a:pPr algn="r" marR="6985">
              <a:lnSpc>
                <a:spcPts val="98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YEARS_BEGINEXPLUATATION_AVG</a:t>
            </a:r>
            <a:endParaRPr sz="900">
              <a:latin typeface="Calibri"/>
              <a:cs typeface="Calibri"/>
            </a:endParaRPr>
          </a:p>
          <a:p>
            <a:pPr algn="r" marL="507365" marR="5715" indent="328930">
              <a:lnSpc>
                <a:spcPts val="1010"/>
              </a:lnSpc>
              <a:spcBef>
                <a:spcPts val="6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YEARS_BUILD_AVG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COMMONAREA_AVG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ELEVATORS_AVG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ENTRANCES_AVG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FLOORSMAX_AVG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FLOORSMIN_AVG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LANDAREA_AVG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LIVINGAPARTMENTS_AVG</a:t>
            </a:r>
            <a:endParaRPr sz="900">
              <a:latin typeface="Calibri"/>
              <a:cs typeface="Calibri"/>
            </a:endParaRPr>
          </a:p>
          <a:p>
            <a:pPr algn="r" marL="12700" marR="5080" indent="889000">
              <a:lnSpc>
                <a:spcPts val="1010"/>
              </a:lnSpc>
              <a:spcBef>
                <a:spcPts val="2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LIVINGAREA_AVG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NONLIVINGAPARTMENTS_AVG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NONLIVINGAREA_AVG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APARTMENTS_MODE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BASEMENTAREA_MODE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YEARS_BEGINEXPLUATATION_MODE</a:t>
            </a:r>
            <a:endParaRPr sz="900">
              <a:latin typeface="Calibri"/>
              <a:cs typeface="Calibri"/>
            </a:endParaRPr>
          </a:p>
          <a:p>
            <a:pPr algn="r" marL="59055" marR="5080" indent="680085">
              <a:lnSpc>
                <a:spcPts val="1010"/>
              </a:lnSpc>
              <a:spcBef>
                <a:spcPts val="1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YEARS_BUILD_MODE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COMMONAREA_MODE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ELEVATORS_MODE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ENTRANCES_MODE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FLOORSMAX_MODE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FLOORSMIN_MODE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LANDAREA_MODE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LIVINGAPARTMENTS_MODE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LIVINGAREA_MODE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NONLIVINGAPARTMENTS_MODE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NONLIVINGAREA_MODE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APARTMENTS_MEDI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BASEMENTAREA_MEDI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YEARS_BEGINEXPLUATATION_MEDI</a:t>
            </a:r>
            <a:endParaRPr sz="900">
              <a:latin typeface="Calibri"/>
              <a:cs typeface="Calibri"/>
            </a:endParaRPr>
          </a:p>
          <a:p>
            <a:pPr algn="r" marL="457834" marR="5715" indent="328930">
              <a:lnSpc>
                <a:spcPts val="1010"/>
              </a:lnSpc>
              <a:spcBef>
                <a:spcPts val="4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YEARS_BUILD_MEDI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COMMONAREA_MEDI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ELEVATORS_MEDI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ENTRANCES_MEDI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FLOORSMAX_MEDI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FLOORSMIN_MEDI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LANDAREA_MEDI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LIVINGAPARTMENTS_MEDI</a:t>
            </a:r>
            <a:endParaRPr sz="900">
              <a:latin typeface="Calibri"/>
              <a:cs typeface="Calibri"/>
            </a:endParaRPr>
          </a:p>
          <a:p>
            <a:pPr algn="r" marL="77470" marR="5080" indent="774700">
              <a:lnSpc>
                <a:spcPts val="1010"/>
              </a:lnSpc>
              <a:spcBef>
                <a:spcPts val="2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LIVINGAREA_MEDI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NONLIVINGAPARTMENTS_MEDI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NONLIVINGAREA_MEDI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FONDKAPREMONT_MODE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HOUSETYPE_MODE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TOTALAREA_MODE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WALLSMATERIAL_MODE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EMERGENCYSTATE_MODE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OBS_30_CNT_SOCIAL_CIRCLE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DEF_30_CNT_SOCIAL_CIRCLE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OBS_60_CNT_SOCIAL_CIRCLE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DEF_60_CNT_SOCIAL_CIRCLE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DAYS_LAST_PHONE_CHANGE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AMT_REQ_CREDIT_BUREAU_HOUR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AMT_REQ_CREDIT_BUREAU_DAY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AMT_REQ_CREDIT_BUREAU_WEEK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AMT_REQ_CREDIT_BUREAU_MON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AMT_REQ_CREDIT_BUREAU_QRT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AMT_REQ_CREDIT_BUREAU_YEAR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845944" y="1340764"/>
            <a:ext cx="9013190" cy="50920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algn="ctr" marL="15240">
              <a:lnSpc>
                <a:spcPct val="100000"/>
              </a:lnSpc>
              <a:spcBef>
                <a:spcPts val="565"/>
              </a:spcBef>
            </a:pPr>
            <a:r>
              <a:rPr dirty="0" sz="1600" b="1">
                <a:solidFill>
                  <a:srgbClr val="F1F1F1"/>
                </a:solidFill>
                <a:latin typeface="Calibri"/>
                <a:cs typeface="Calibri"/>
              </a:rPr>
              <a:t>%</a:t>
            </a:r>
            <a:r>
              <a:rPr dirty="0" sz="1600" spc="225" b="1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1F1F1"/>
                </a:solidFill>
                <a:latin typeface="Calibri"/>
                <a:cs typeface="Calibri"/>
              </a:rPr>
              <a:t>of</a:t>
            </a:r>
            <a:r>
              <a:rPr dirty="0" sz="1600" spc="225" b="1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1600" spc="70" b="1">
                <a:solidFill>
                  <a:srgbClr val="F1F1F1"/>
                </a:solidFill>
                <a:latin typeface="Calibri"/>
                <a:cs typeface="Calibri"/>
              </a:rPr>
              <a:t>null</a:t>
            </a:r>
            <a:r>
              <a:rPr dirty="0" sz="1600" spc="225" b="1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1600" spc="70" b="1">
                <a:solidFill>
                  <a:srgbClr val="F1F1F1"/>
                </a:solidFill>
                <a:latin typeface="Calibri"/>
                <a:cs typeface="Calibri"/>
              </a:rPr>
              <a:t>values</a:t>
            </a:r>
            <a:endParaRPr sz="16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  <a:spcBef>
                <a:spcPts val="1125"/>
              </a:spcBef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80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  <a:spcBef>
                <a:spcPts val="5"/>
              </a:spcBef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  <a:spcBef>
                <a:spcPts val="5"/>
              </a:spcBef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900">
              <a:latin typeface="Calibri"/>
              <a:cs typeface="Calibri"/>
            </a:endParaRPr>
          </a:p>
          <a:p>
            <a:pPr marL="119380">
              <a:lnSpc>
                <a:spcPct val="100000"/>
              </a:lnSpc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xfrm>
            <a:off x="1780667" y="270910"/>
            <a:ext cx="978090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this,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have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removed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all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columns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which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has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null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percent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more </a:t>
            </a:r>
            <a:r>
              <a:rPr dirty="0" sz="2800">
                <a:solidFill>
                  <a:srgbClr val="FFFFFF"/>
                </a:solidFill>
              </a:rPr>
              <a:t>than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35%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&amp;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replaced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missing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values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with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average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and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median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1042" y="1899653"/>
            <a:ext cx="10299700" cy="27787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6865" marR="261620" indent="-304800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B.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Identify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Outliers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in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the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Dataset: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significantly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impact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distort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results.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in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dataset.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0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5080" indent="-304800">
              <a:lnSpc>
                <a:spcPts val="302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statistical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features,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focusing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variables.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049" y="-19049"/>
            <a:ext cx="12207874" cy="68770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690517" y="4876198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77470" y="487619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07814" y="487619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8166" y="487619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68504" y="487619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42248" y="4876198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29195" y="487619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66511" y="4714374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60995" y="4255015"/>
            <a:ext cx="4883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20000000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60995" y="3795656"/>
            <a:ext cx="4883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40000000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60995" y="3336297"/>
            <a:ext cx="4883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60000000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60995" y="2876938"/>
            <a:ext cx="4883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80000000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03064" y="2417592"/>
            <a:ext cx="546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100000000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03064" y="1958230"/>
            <a:ext cx="546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120000000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03064" y="1498874"/>
            <a:ext cx="546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140000000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192584" y="1111994"/>
            <a:ext cx="29984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5">
                <a:solidFill>
                  <a:srgbClr val="808080"/>
                </a:solidFill>
                <a:latin typeface="Calibri"/>
                <a:cs typeface="Calibri"/>
              </a:rPr>
              <a:t>Outlier</a:t>
            </a:r>
            <a:r>
              <a:rPr dirty="0" sz="1600" spc="204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808080"/>
                </a:solidFill>
                <a:latin typeface="Calibri"/>
                <a:cs typeface="Calibri"/>
              </a:rPr>
              <a:t>for</a:t>
            </a:r>
            <a:r>
              <a:rPr dirty="0" sz="1600" spc="21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808080"/>
                </a:solidFill>
                <a:latin typeface="Calibri"/>
                <a:cs typeface="Calibri"/>
              </a:rPr>
              <a:t>AMT_INCOME_TOTAL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989339" y="4847550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705257" y="4847550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464571" y="4847550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223878" y="4847550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983186" y="4847550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785886" y="4847550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501814" y="4847550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865332" y="4685727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33609" y="4149812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575679" y="3613898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100000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575679" y="3077970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150000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575679" y="2542056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200000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575679" y="2006142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575679" y="1470226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08080"/>
                </a:solidFill>
                <a:latin typeface="Calibri"/>
                <a:cs typeface="Calibri"/>
              </a:rPr>
              <a:t>300000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7975146" y="1083347"/>
            <a:ext cx="2378710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5">
                <a:solidFill>
                  <a:srgbClr val="808080"/>
                </a:solidFill>
              </a:rPr>
              <a:t>Outlier</a:t>
            </a:r>
            <a:r>
              <a:rPr dirty="0" sz="1600" spc="204">
                <a:solidFill>
                  <a:srgbClr val="808080"/>
                </a:solidFill>
              </a:rPr>
              <a:t> </a:t>
            </a:r>
            <a:r>
              <a:rPr dirty="0" sz="1600">
                <a:solidFill>
                  <a:srgbClr val="808080"/>
                </a:solidFill>
              </a:rPr>
              <a:t>for</a:t>
            </a:r>
            <a:r>
              <a:rPr dirty="0" sz="1600" spc="210">
                <a:solidFill>
                  <a:srgbClr val="808080"/>
                </a:solidFill>
              </a:rPr>
              <a:t> </a:t>
            </a:r>
            <a:r>
              <a:rPr dirty="0" sz="1600" spc="50">
                <a:solidFill>
                  <a:srgbClr val="808080"/>
                </a:solidFill>
              </a:rPr>
              <a:t>AMT_ANNUITY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049" y="-19049"/>
            <a:ext cx="12207874" cy="68770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344445" y="482803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96975" y="4828032"/>
            <a:ext cx="218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07359" y="4828032"/>
            <a:ext cx="218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17746" y="4828032"/>
            <a:ext cx="218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28133" y="4828032"/>
            <a:ext cx="218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96377" y="482803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48908" y="4828032"/>
            <a:ext cx="218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80304" y="461286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80304" y="414782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80304" y="3682771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80304" y="321772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80304" y="2752661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03064" y="2287615"/>
            <a:ext cx="179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03064" y="1822564"/>
            <a:ext cx="179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174689" y="1397990"/>
            <a:ext cx="2608580" cy="3073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808080"/>
                </a:solidFill>
              </a:rPr>
              <a:t>Outlier</a:t>
            </a:r>
            <a:r>
              <a:rPr dirty="0" sz="1850" spc="90">
                <a:solidFill>
                  <a:srgbClr val="808080"/>
                </a:solidFill>
              </a:rPr>
              <a:t> </a:t>
            </a:r>
            <a:r>
              <a:rPr dirty="0" sz="1850">
                <a:solidFill>
                  <a:srgbClr val="808080"/>
                </a:solidFill>
              </a:rPr>
              <a:t>for</a:t>
            </a:r>
            <a:r>
              <a:rPr dirty="0" sz="1850" spc="90">
                <a:solidFill>
                  <a:srgbClr val="808080"/>
                </a:solidFill>
              </a:rPr>
              <a:t> </a:t>
            </a:r>
            <a:r>
              <a:rPr dirty="0" sz="1850" spc="-10">
                <a:solidFill>
                  <a:srgbClr val="808080"/>
                </a:solidFill>
              </a:rPr>
              <a:t>CNT_CHILDREN</a:t>
            </a:r>
            <a:endParaRPr sz="1850"/>
          </a:p>
        </p:txBody>
      </p:sp>
      <p:sp>
        <p:nvSpPr>
          <p:cNvPr id="18" name="object 18" descr=""/>
          <p:cNvSpPr txBox="1"/>
          <p:nvPr/>
        </p:nvSpPr>
        <p:spPr>
          <a:xfrm>
            <a:off x="6454757" y="483048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268696" y="483048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126028" y="483048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983353" y="483048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840693" y="483048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741411" y="483048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555345" y="483048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330753" y="4668659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808080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214891" y="4190327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200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214891" y="3711994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400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214891" y="3233661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600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214891" y="2755328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Calibri"/>
                <a:cs typeface="Calibri"/>
              </a:rPr>
              <a:t>800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156959" y="2276997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808080"/>
                </a:solidFill>
                <a:latin typeface="Calibri"/>
                <a:cs typeface="Calibri"/>
              </a:rPr>
              <a:t>1000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156959" y="17986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808080"/>
                </a:solidFill>
                <a:latin typeface="Calibri"/>
                <a:cs typeface="Calibri"/>
              </a:rPr>
              <a:t>1200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363924" y="1411782"/>
            <a:ext cx="32359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5">
                <a:solidFill>
                  <a:srgbClr val="808080"/>
                </a:solidFill>
                <a:latin typeface="Calibri"/>
                <a:cs typeface="Calibri"/>
              </a:rPr>
              <a:t>Outlier</a:t>
            </a:r>
            <a:r>
              <a:rPr dirty="0" sz="1600" spc="204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808080"/>
                </a:solidFill>
                <a:latin typeface="Calibri"/>
                <a:cs typeface="Calibri"/>
              </a:rPr>
              <a:t>for</a:t>
            </a:r>
            <a:r>
              <a:rPr dirty="0" sz="1600" spc="21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808080"/>
                </a:solidFill>
                <a:latin typeface="Calibri"/>
                <a:cs typeface="Calibri"/>
              </a:rPr>
              <a:t>DAYS_EMPLOYED(Years)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3050" y="1760308"/>
            <a:ext cx="10252710" cy="26111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16865" marR="5080" indent="-304800">
              <a:lnSpc>
                <a:spcPts val="2810"/>
              </a:lnSpc>
              <a:spcBef>
                <a:spcPts val="45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C.</a:t>
            </a:r>
            <a:r>
              <a:rPr dirty="0" sz="26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Analyze</a:t>
            </a:r>
            <a:r>
              <a:rPr dirty="0" sz="26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Data</a:t>
            </a:r>
            <a:r>
              <a:rPr dirty="0" sz="26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Imbalance:</a:t>
            </a:r>
            <a:r>
              <a:rPr dirty="0" sz="26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imbalance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affect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analysis,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especially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problems.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crucial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models.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30"/>
              </a:spcBef>
              <a:buClr>
                <a:srgbClr val="009999"/>
              </a:buClr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316865" marR="101600" indent="-304800">
              <a:lnSpc>
                <a:spcPts val="281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6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imbalance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dataset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calculate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ratio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imbalance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functions.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42281" y="2780931"/>
            <a:ext cx="6684009" cy="3747770"/>
            <a:chOff x="4942281" y="2780931"/>
            <a:chExt cx="6684009" cy="37477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2281" y="2780931"/>
              <a:ext cx="6683578" cy="374774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388888" y="6176251"/>
              <a:ext cx="5677535" cy="0"/>
            </a:xfrm>
            <a:custGeom>
              <a:avLst/>
              <a:gdLst/>
              <a:ahLst/>
              <a:cxnLst/>
              <a:rect l="l" t="t" r="r" b="b"/>
              <a:pathLst>
                <a:path w="5677534" h="0">
                  <a:moveTo>
                    <a:pt x="0" y="0"/>
                  </a:moveTo>
                  <a:lnTo>
                    <a:pt x="5677028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88888" y="5318607"/>
              <a:ext cx="5677535" cy="572135"/>
            </a:xfrm>
            <a:custGeom>
              <a:avLst/>
              <a:gdLst/>
              <a:ahLst/>
              <a:cxnLst/>
              <a:rect l="l" t="t" r="r" b="b"/>
              <a:pathLst>
                <a:path w="5677534" h="572135">
                  <a:moveTo>
                    <a:pt x="0" y="571766"/>
                  </a:moveTo>
                  <a:lnTo>
                    <a:pt x="473085" y="571766"/>
                  </a:lnTo>
                </a:path>
                <a:path w="5677534" h="572135">
                  <a:moveTo>
                    <a:pt x="1419251" y="571766"/>
                  </a:moveTo>
                  <a:lnTo>
                    <a:pt x="5677028" y="571766"/>
                  </a:lnTo>
                </a:path>
                <a:path w="5677534" h="572135">
                  <a:moveTo>
                    <a:pt x="0" y="285876"/>
                  </a:moveTo>
                  <a:lnTo>
                    <a:pt x="473085" y="285876"/>
                  </a:lnTo>
                </a:path>
                <a:path w="5677534" h="572135">
                  <a:moveTo>
                    <a:pt x="1419251" y="285876"/>
                  </a:moveTo>
                  <a:lnTo>
                    <a:pt x="5677028" y="285876"/>
                  </a:lnTo>
                </a:path>
                <a:path w="5677534" h="572135">
                  <a:moveTo>
                    <a:pt x="0" y="0"/>
                  </a:moveTo>
                  <a:lnTo>
                    <a:pt x="473085" y="0"/>
                  </a:lnTo>
                </a:path>
                <a:path w="5677534" h="572135">
                  <a:moveTo>
                    <a:pt x="1419251" y="0"/>
                  </a:moveTo>
                  <a:lnTo>
                    <a:pt x="5677028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388888" y="3603345"/>
              <a:ext cx="5677535" cy="1429385"/>
            </a:xfrm>
            <a:custGeom>
              <a:avLst/>
              <a:gdLst/>
              <a:ahLst/>
              <a:cxnLst/>
              <a:rect l="l" t="t" r="r" b="b"/>
              <a:pathLst>
                <a:path w="5677534" h="1429385">
                  <a:moveTo>
                    <a:pt x="0" y="1429385"/>
                  </a:moveTo>
                  <a:lnTo>
                    <a:pt x="473085" y="1429385"/>
                  </a:lnTo>
                </a:path>
                <a:path w="5677534" h="1429385">
                  <a:moveTo>
                    <a:pt x="1419251" y="1429385"/>
                  </a:moveTo>
                  <a:lnTo>
                    <a:pt x="5677028" y="1429385"/>
                  </a:lnTo>
                </a:path>
                <a:path w="5677534" h="1429385">
                  <a:moveTo>
                    <a:pt x="0" y="1143508"/>
                  </a:moveTo>
                  <a:lnTo>
                    <a:pt x="473085" y="1143508"/>
                  </a:lnTo>
                </a:path>
                <a:path w="5677534" h="1429385">
                  <a:moveTo>
                    <a:pt x="1419251" y="1143508"/>
                  </a:moveTo>
                  <a:lnTo>
                    <a:pt x="5677028" y="1143508"/>
                  </a:lnTo>
                </a:path>
                <a:path w="5677534" h="1429385">
                  <a:moveTo>
                    <a:pt x="0" y="857630"/>
                  </a:moveTo>
                  <a:lnTo>
                    <a:pt x="473085" y="857630"/>
                  </a:lnTo>
                </a:path>
                <a:path w="5677534" h="1429385">
                  <a:moveTo>
                    <a:pt x="1419251" y="857630"/>
                  </a:moveTo>
                  <a:lnTo>
                    <a:pt x="5677028" y="857630"/>
                  </a:lnTo>
                </a:path>
                <a:path w="5677534" h="1429385">
                  <a:moveTo>
                    <a:pt x="0" y="571753"/>
                  </a:moveTo>
                  <a:lnTo>
                    <a:pt x="473085" y="571753"/>
                  </a:lnTo>
                </a:path>
                <a:path w="5677534" h="1429385">
                  <a:moveTo>
                    <a:pt x="1419251" y="571753"/>
                  </a:moveTo>
                  <a:lnTo>
                    <a:pt x="5677028" y="571753"/>
                  </a:lnTo>
                </a:path>
                <a:path w="5677534" h="1429385">
                  <a:moveTo>
                    <a:pt x="0" y="285876"/>
                  </a:moveTo>
                  <a:lnTo>
                    <a:pt x="473085" y="285876"/>
                  </a:lnTo>
                </a:path>
                <a:path w="5677534" h="1429385">
                  <a:moveTo>
                    <a:pt x="1419251" y="285876"/>
                  </a:moveTo>
                  <a:lnTo>
                    <a:pt x="5677028" y="285876"/>
                  </a:lnTo>
                </a:path>
                <a:path w="5677534" h="1429385">
                  <a:moveTo>
                    <a:pt x="0" y="0"/>
                  </a:moveTo>
                  <a:lnTo>
                    <a:pt x="473085" y="0"/>
                  </a:lnTo>
                </a:path>
                <a:path w="5677534" h="1429385">
                  <a:moveTo>
                    <a:pt x="1419251" y="0"/>
                  </a:moveTo>
                  <a:lnTo>
                    <a:pt x="5677028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388888" y="3317468"/>
              <a:ext cx="5677535" cy="0"/>
            </a:xfrm>
            <a:custGeom>
              <a:avLst/>
              <a:gdLst/>
              <a:ahLst/>
              <a:cxnLst/>
              <a:rect l="l" t="t" r="r" b="b"/>
              <a:pathLst>
                <a:path w="5677534" h="0">
                  <a:moveTo>
                    <a:pt x="0" y="0"/>
                  </a:moveTo>
                  <a:lnTo>
                    <a:pt x="5677028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1973" y="3547706"/>
              <a:ext cx="946166" cy="261901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4315" y="5946051"/>
              <a:ext cx="946175" cy="2206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388888" y="6176251"/>
              <a:ext cx="5677535" cy="0"/>
            </a:xfrm>
            <a:custGeom>
              <a:avLst/>
              <a:gdLst/>
              <a:ahLst/>
              <a:cxnLst/>
              <a:rect l="l" t="t" r="r" b="b"/>
              <a:pathLst>
                <a:path w="5677534" h="0">
                  <a:moveTo>
                    <a:pt x="0" y="0"/>
                  </a:moveTo>
                  <a:lnTo>
                    <a:pt x="5677028" y="0"/>
                  </a:lnTo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82527" y="6169914"/>
              <a:ext cx="5690235" cy="12700"/>
            </a:xfrm>
            <a:custGeom>
              <a:avLst/>
              <a:gdLst/>
              <a:ahLst/>
              <a:cxnLst/>
              <a:rect l="l" t="t" r="r" b="b"/>
              <a:pathLst>
                <a:path w="5690234" h="12700">
                  <a:moveTo>
                    <a:pt x="12700" y="6337"/>
                  </a:moveTo>
                  <a:lnTo>
                    <a:pt x="10845" y="1854"/>
                  </a:lnTo>
                  <a:lnTo>
                    <a:pt x="6350" y="0"/>
                  </a:lnTo>
                  <a:lnTo>
                    <a:pt x="1866" y="1854"/>
                  </a:lnTo>
                  <a:lnTo>
                    <a:pt x="0" y="6337"/>
                  </a:lnTo>
                  <a:lnTo>
                    <a:pt x="1866" y="10833"/>
                  </a:lnTo>
                  <a:lnTo>
                    <a:pt x="6350" y="12687"/>
                  </a:lnTo>
                  <a:lnTo>
                    <a:pt x="10845" y="10833"/>
                  </a:lnTo>
                  <a:lnTo>
                    <a:pt x="12700" y="6337"/>
                  </a:lnTo>
                  <a:close/>
                </a:path>
                <a:path w="5690234" h="12700">
                  <a:moveTo>
                    <a:pt x="1905038" y="6337"/>
                  </a:moveTo>
                  <a:lnTo>
                    <a:pt x="1903183" y="1854"/>
                  </a:lnTo>
                  <a:lnTo>
                    <a:pt x="1898700" y="0"/>
                  </a:lnTo>
                  <a:lnTo>
                    <a:pt x="1894205" y="1854"/>
                  </a:lnTo>
                  <a:lnTo>
                    <a:pt x="1892350" y="6337"/>
                  </a:lnTo>
                  <a:lnTo>
                    <a:pt x="1894205" y="10833"/>
                  </a:lnTo>
                  <a:lnTo>
                    <a:pt x="1898700" y="12687"/>
                  </a:lnTo>
                  <a:lnTo>
                    <a:pt x="1903183" y="10833"/>
                  </a:lnTo>
                  <a:lnTo>
                    <a:pt x="1905038" y="6337"/>
                  </a:lnTo>
                  <a:close/>
                </a:path>
                <a:path w="5690234" h="12700">
                  <a:moveTo>
                    <a:pt x="3797376" y="6337"/>
                  </a:moveTo>
                  <a:lnTo>
                    <a:pt x="3795522" y="1854"/>
                  </a:lnTo>
                  <a:lnTo>
                    <a:pt x="3791039" y="0"/>
                  </a:lnTo>
                  <a:lnTo>
                    <a:pt x="3786543" y="1854"/>
                  </a:lnTo>
                  <a:lnTo>
                    <a:pt x="3784689" y="6337"/>
                  </a:lnTo>
                  <a:lnTo>
                    <a:pt x="3786543" y="10833"/>
                  </a:lnTo>
                  <a:lnTo>
                    <a:pt x="3791039" y="12687"/>
                  </a:lnTo>
                  <a:lnTo>
                    <a:pt x="3795522" y="10833"/>
                  </a:lnTo>
                  <a:lnTo>
                    <a:pt x="3797376" y="6337"/>
                  </a:lnTo>
                  <a:close/>
                </a:path>
                <a:path w="5690234" h="12700">
                  <a:moveTo>
                    <a:pt x="5689727" y="6337"/>
                  </a:moveTo>
                  <a:lnTo>
                    <a:pt x="5687873" y="1854"/>
                  </a:lnTo>
                  <a:lnTo>
                    <a:pt x="5683389" y="0"/>
                  </a:lnTo>
                  <a:lnTo>
                    <a:pt x="5678894" y="1854"/>
                  </a:lnTo>
                  <a:lnTo>
                    <a:pt x="5677039" y="6337"/>
                  </a:lnTo>
                  <a:lnTo>
                    <a:pt x="5678894" y="10833"/>
                  </a:lnTo>
                  <a:lnTo>
                    <a:pt x="5683389" y="12687"/>
                  </a:lnTo>
                  <a:lnTo>
                    <a:pt x="5687873" y="10833"/>
                  </a:lnTo>
                  <a:lnTo>
                    <a:pt x="5689727" y="63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191606" y="3372247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45973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112916" y="5770600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4026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93393" y="6247676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185732" y="6247676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945858" y="6247676"/>
            <a:ext cx="347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223218" y="608585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49424" y="5799975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91493" y="4942344"/>
            <a:ext cx="314960" cy="734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91493" y="4656454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91493" y="3512948"/>
            <a:ext cx="314960" cy="10204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91493" y="3227070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536298" y="2840189"/>
            <a:ext cx="1511300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0" b="1">
                <a:solidFill>
                  <a:srgbClr val="F1F1F1"/>
                </a:solidFill>
                <a:latin typeface="Calibri"/>
                <a:cs typeface="Calibri"/>
              </a:rPr>
              <a:t>Data</a:t>
            </a:r>
            <a:r>
              <a:rPr dirty="0" sz="1600" spc="200" b="1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1600" spc="75" b="1">
                <a:solidFill>
                  <a:srgbClr val="F1F1F1"/>
                </a:solidFill>
                <a:latin typeface="Calibri"/>
                <a:cs typeface="Calibri"/>
              </a:rPr>
              <a:t>Imbalance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270640" y="4566208"/>
            <a:ext cx="260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73180" y="4622406"/>
            <a:ext cx="64799" cy="64795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3852" y="319021"/>
            <a:ext cx="8858351" cy="2091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3050" y="1352918"/>
            <a:ext cx="10327640" cy="39312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16865" marR="155575" indent="-304800">
              <a:lnSpc>
                <a:spcPts val="2690"/>
              </a:lnSpc>
              <a:spcBef>
                <a:spcPts val="745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D.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Perform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Univariate,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Segmented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Univariate,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and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29FFFF"/>
                </a:solidFill>
                <a:latin typeface="Calibri"/>
                <a:cs typeface="Calibri"/>
              </a:rPr>
              <a:t>Bivariate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Analysis:</a:t>
            </a:r>
            <a:r>
              <a:rPr dirty="0" sz="2800" spc="-2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gain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driving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factors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default,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conduct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analyses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consumer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loan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attributes.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65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5080" indent="-304800">
              <a:lnSpc>
                <a:spcPts val="269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5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univariate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variables,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segmented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univariate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compare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distributions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scenarios,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bivariate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using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features.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07502" y="1700809"/>
            <a:ext cx="4827270" cy="3092450"/>
            <a:chOff x="907502" y="1700809"/>
            <a:chExt cx="4827270" cy="30924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502" y="1700809"/>
              <a:ext cx="4826863" cy="309244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354109" y="3923741"/>
              <a:ext cx="3820795" cy="0"/>
            </a:xfrm>
            <a:custGeom>
              <a:avLst/>
              <a:gdLst/>
              <a:ahLst/>
              <a:cxnLst/>
              <a:rect l="l" t="t" r="r" b="b"/>
              <a:pathLst>
                <a:path w="3820795" h="0">
                  <a:moveTo>
                    <a:pt x="0" y="0"/>
                  </a:moveTo>
                  <a:lnTo>
                    <a:pt x="3820313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54109" y="2478252"/>
              <a:ext cx="3820795" cy="1204595"/>
            </a:xfrm>
            <a:custGeom>
              <a:avLst/>
              <a:gdLst/>
              <a:ahLst/>
              <a:cxnLst/>
              <a:rect l="l" t="t" r="r" b="b"/>
              <a:pathLst>
                <a:path w="3820795" h="1204595">
                  <a:moveTo>
                    <a:pt x="0" y="1204569"/>
                  </a:moveTo>
                  <a:lnTo>
                    <a:pt x="53059" y="1204569"/>
                  </a:lnTo>
                </a:path>
                <a:path w="3820795" h="1204595">
                  <a:moveTo>
                    <a:pt x="159179" y="1204569"/>
                  </a:moveTo>
                  <a:lnTo>
                    <a:pt x="265300" y="1204569"/>
                  </a:lnTo>
                </a:path>
                <a:path w="3820795" h="1204595">
                  <a:moveTo>
                    <a:pt x="371420" y="1204569"/>
                  </a:moveTo>
                  <a:lnTo>
                    <a:pt x="477540" y="1204569"/>
                  </a:lnTo>
                </a:path>
                <a:path w="3820795" h="1204595">
                  <a:moveTo>
                    <a:pt x="583660" y="1204569"/>
                  </a:moveTo>
                  <a:lnTo>
                    <a:pt x="689780" y="1204569"/>
                  </a:lnTo>
                </a:path>
                <a:path w="3820795" h="1204595">
                  <a:moveTo>
                    <a:pt x="795900" y="1204569"/>
                  </a:moveTo>
                  <a:lnTo>
                    <a:pt x="902018" y="1204569"/>
                  </a:lnTo>
                </a:path>
                <a:path w="3820795" h="1204595">
                  <a:moveTo>
                    <a:pt x="1008139" y="1204569"/>
                  </a:moveTo>
                  <a:lnTo>
                    <a:pt x="1114261" y="1204569"/>
                  </a:lnTo>
                </a:path>
                <a:path w="3820795" h="1204595">
                  <a:moveTo>
                    <a:pt x="1220382" y="1204569"/>
                  </a:moveTo>
                  <a:lnTo>
                    <a:pt x="1326503" y="1204569"/>
                  </a:lnTo>
                </a:path>
                <a:path w="3820795" h="1204595">
                  <a:moveTo>
                    <a:pt x="1432624" y="1204569"/>
                  </a:moveTo>
                  <a:lnTo>
                    <a:pt x="3820313" y="1204569"/>
                  </a:lnTo>
                </a:path>
                <a:path w="3820795" h="1204595">
                  <a:moveTo>
                    <a:pt x="0" y="963663"/>
                  </a:moveTo>
                  <a:lnTo>
                    <a:pt x="53059" y="963663"/>
                  </a:lnTo>
                </a:path>
                <a:path w="3820795" h="1204595">
                  <a:moveTo>
                    <a:pt x="159179" y="963663"/>
                  </a:moveTo>
                  <a:lnTo>
                    <a:pt x="265300" y="963663"/>
                  </a:lnTo>
                </a:path>
                <a:path w="3820795" h="1204595">
                  <a:moveTo>
                    <a:pt x="371420" y="963663"/>
                  </a:moveTo>
                  <a:lnTo>
                    <a:pt x="477540" y="963663"/>
                  </a:lnTo>
                </a:path>
                <a:path w="3820795" h="1204595">
                  <a:moveTo>
                    <a:pt x="583660" y="963663"/>
                  </a:moveTo>
                  <a:lnTo>
                    <a:pt x="689780" y="963663"/>
                  </a:lnTo>
                </a:path>
                <a:path w="3820795" h="1204595">
                  <a:moveTo>
                    <a:pt x="795900" y="963663"/>
                  </a:moveTo>
                  <a:lnTo>
                    <a:pt x="902018" y="963663"/>
                  </a:lnTo>
                </a:path>
                <a:path w="3820795" h="1204595">
                  <a:moveTo>
                    <a:pt x="1008139" y="963663"/>
                  </a:moveTo>
                  <a:lnTo>
                    <a:pt x="3820313" y="963663"/>
                  </a:lnTo>
                </a:path>
                <a:path w="3820795" h="1204595">
                  <a:moveTo>
                    <a:pt x="0" y="722744"/>
                  </a:moveTo>
                  <a:lnTo>
                    <a:pt x="265300" y="722744"/>
                  </a:lnTo>
                </a:path>
                <a:path w="3820795" h="1204595">
                  <a:moveTo>
                    <a:pt x="371420" y="722744"/>
                  </a:moveTo>
                  <a:lnTo>
                    <a:pt x="477540" y="722744"/>
                  </a:lnTo>
                </a:path>
                <a:path w="3820795" h="1204595">
                  <a:moveTo>
                    <a:pt x="583660" y="722744"/>
                  </a:moveTo>
                  <a:lnTo>
                    <a:pt x="689780" y="722744"/>
                  </a:lnTo>
                </a:path>
                <a:path w="3820795" h="1204595">
                  <a:moveTo>
                    <a:pt x="795900" y="722744"/>
                  </a:moveTo>
                  <a:lnTo>
                    <a:pt x="3820313" y="722744"/>
                  </a:lnTo>
                </a:path>
                <a:path w="3820795" h="1204595">
                  <a:moveTo>
                    <a:pt x="0" y="481837"/>
                  </a:moveTo>
                  <a:lnTo>
                    <a:pt x="265300" y="481837"/>
                  </a:lnTo>
                </a:path>
                <a:path w="3820795" h="1204595">
                  <a:moveTo>
                    <a:pt x="371420" y="481837"/>
                  </a:moveTo>
                  <a:lnTo>
                    <a:pt x="477540" y="481837"/>
                  </a:lnTo>
                </a:path>
                <a:path w="3820795" h="1204595">
                  <a:moveTo>
                    <a:pt x="583660" y="481837"/>
                  </a:moveTo>
                  <a:lnTo>
                    <a:pt x="3820313" y="481837"/>
                  </a:lnTo>
                </a:path>
                <a:path w="3820795" h="1204595">
                  <a:moveTo>
                    <a:pt x="0" y="240918"/>
                  </a:moveTo>
                  <a:lnTo>
                    <a:pt x="265300" y="240918"/>
                  </a:lnTo>
                </a:path>
                <a:path w="3820795" h="1204595">
                  <a:moveTo>
                    <a:pt x="371420" y="240918"/>
                  </a:moveTo>
                  <a:lnTo>
                    <a:pt x="477540" y="240918"/>
                  </a:lnTo>
                </a:path>
                <a:path w="3820795" h="1204595">
                  <a:moveTo>
                    <a:pt x="583660" y="240918"/>
                  </a:moveTo>
                  <a:lnTo>
                    <a:pt x="3820313" y="240918"/>
                  </a:lnTo>
                </a:path>
                <a:path w="3820795" h="1204595">
                  <a:moveTo>
                    <a:pt x="0" y="0"/>
                  </a:moveTo>
                  <a:lnTo>
                    <a:pt x="265300" y="0"/>
                  </a:lnTo>
                </a:path>
                <a:path w="3820795" h="1204595">
                  <a:moveTo>
                    <a:pt x="371420" y="0"/>
                  </a:moveTo>
                  <a:lnTo>
                    <a:pt x="3820313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54109" y="2237346"/>
              <a:ext cx="3820795" cy="0"/>
            </a:xfrm>
            <a:custGeom>
              <a:avLst/>
              <a:gdLst/>
              <a:ahLst/>
              <a:cxnLst/>
              <a:rect l="l" t="t" r="r" b="b"/>
              <a:pathLst>
                <a:path w="3820795" h="0">
                  <a:moveTo>
                    <a:pt x="0" y="0"/>
                  </a:moveTo>
                  <a:lnTo>
                    <a:pt x="3820313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7168" y="3213049"/>
              <a:ext cx="106119" cy="70116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9410" y="2345156"/>
              <a:ext cx="106119" cy="156905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1649" y="2624975"/>
              <a:ext cx="106119" cy="128924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3889" y="3084029"/>
              <a:ext cx="106119" cy="83018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6128" y="3310013"/>
              <a:ext cx="106121" cy="60420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8370" y="3488283"/>
              <a:ext cx="106121" cy="42593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0613" y="3633685"/>
              <a:ext cx="106121" cy="28053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2842" y="3798709"/>
              <a:ext cx="106121" cy="11550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05085" y="3875684"/>
              <a:ext cx="106121" cy="3853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17327" y="3880015"/>
              <a:ext cx="106121" cy="3420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9570" y="3905554"/>
              <a:ext cx="106121" cy="866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41812" y="3911333"/>
              <a:ext cx="106121" cy="288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54099" y="3916959"/>
              <a:ext cx="3820795" cy="12700"/>
            </a:xfrm>
            <a:custGeom>
              <a:avLst/>
              <a:gdLst/>
              <a:ahLst/>
              <a:cxnLst/>
              <a:rect l="l" t="t" r="r" b="b"/>
              <a:pathLst>
                <a:path w="3820795" h="12700">
                  <a:moveTo>
                    <a:pt x="382031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3820312" y="12700"/>
                  </a:lnTo>
                  <a:lnTo>
                    <a:pt x="3820312" y="6794"/>
                  </a:lnTo>
                  <a:lnTo>
                    <a:pt x="3820312" y="6350"/>
                  </a:lnTo>
                  <a:lnTo>
                    <a:pt x="3820312" y="5232"/>
                  </a:lnTo>
                  <a:lnTo>
                    <a:pt x="2918295" y="5232"/>
                  </a:lnTo>
                  <a:lnTo>
                    <a:pt x="2812173" y="5232"/>
                  </a:lnTo>
                  <a:lnTo>
                    <a:pt x="2812173" y="5080"/>
                  </a:lnTo>
                  <a:lnTo>
                    <a:pt x="3820312" y="5080"/>
                  </a:lnTo>
                  <a:lnTo>
                    <a:pt x="3820312" y="1270"/>
                  </a:lnTo>
                  <a:lnTo>
                    <a:pt x="38203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358444" y="3037585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5900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41718" y="2169689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13105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53957" y="2449509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10782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995163" y="2908573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6971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207402" y="3093440"/>
            <a:ext cx="668655" cy="5276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5095</a:t>
            </a:r>
            <a:endParaRPr sz="900">
              <a:latin typeface="Calibri"/>
              <a:cs typeface="Calibri"/>
            </a:endParaRPr>
          </a:p>
          <a:p>
            <a:pPr marL="212090">
              <a:lnSpc>
                <a:spcPct val="100000"/>
              </a:lnSpc>
              <a:spcBef>
                <a:spcPts val="325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3615</a:t>
            </a:r>
            <a:endParaRPr sz="900">
              <a:latin typeface="Calibri"/>
              <a:cs typeface="Calibri"/>
            </a:endParaRPr>
          </a:p>
          <a:p>
            <a:pPr marL="424180">
              <a:lnSpc>
                <a:spcPct val="100000"/>
              </a:lnSpc>
              <a:spcBef>
                <a:spcPts val="65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2408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844129" y="3623246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1038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059928" y="3748163"/>
            <a:ext cx="2089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568450" algn="l"/>
                <a:tab pos="1781175" algn="l"/>
                <a:tab pos="1993264" algn="l"/>
              </a:tabLst>
            </a:pPr>
            <a:r>
              <a:rPr dirty="0" baseline="24691" sz="1350">
                <a:solidFill>
                  <a:srgbClr val="D9D9D9"/>
                </a:solidFill>
                <a:latin typeface="Calibri"/>
                <a:cs typeface="Calibri"/>
              </a:rPr>
              <a:t>399</a:t>
            </a:r>
            <a:r>
              <a:rPr dirty="0" baseline="24691" sz="1350" spc="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baseline="21604" sz="1350">
                <a:solidFill>
                  <a:srgbClr val="D9D9D9"/>
                </a:solidFill>
                <a:latin typeface="Calibri"/>
                <a:cs typeface="Calibri"/>
              </a:rPr>
              <a:t>363</a:t>
            </a:r>
            <a:r>
              <a:rPr dirty="0" baseline="21604" sz="1350" spc="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baseline="9259" sz="1350">
                <a:solidFill>
                  <a:srgbClr val="D9D9D9"/>
                </a:solidFill>
                <a:latin typeface="Calibri"/>
                <a:cs typeface="Calibri"/>
              </a:rPr>
              <a:t>151</a:t>
            </a:r>
            <a:r>
              <a:rPr dirty="0" baseline="9259" sz="1350" spc="157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baseline="6172" sz="1350">
                <a:solidFill>
                  <a:srgbClr val="D9D9D9"/>
                </a:solidFill>
                <a:latin typeface="Calibri"/>
                <a:cs typeface="Calibri"/>
              </a:rPr>
              <a:t>103</a:t>
            </a:r>
            <a:r>
              <a:rPr dirty="0" baseline="6172" sz="1350" spc="487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baseline="3086" sz="1350">
                <a:solidFill>
                  <a:srgbClr val="D9D9D9"/>
                </a:solidFill>
                <a:latin typeface="Calibri"/>
                <a:cs typeface="Calibri"/>
              </a:rPr>
              <a:t>49</a:t>
            </a:r>
            <a:r>
              <a:rPr dirty="0" baseline="3086" sz="1350" spc="262">
                <a:solidFill>
                  <a:srgbClr val="D9D9D9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13</a:t>
            </a:r>
            <a:r>
              <a:rPr dirty="0" sz="900" spc="285">
                <a:solidFill>
                  <a:srgbClr val="D9D9D9"/>
                </a:solidFill>
                <a:latin typeface="Calibri"/>
                <a:cs typeface="Calibri"/>
              </a:rPr>
              <a:t>  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3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 rot="18900000">
            <a:off x="1104479" y="4141476"/>
            <a:ext cx="45465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0-200000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 rot="18900000">
            <a:off x="1072395" y="4244055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200000-400000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 rot="18900000">
            <a:off x="1284637" y="4244055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400000-600000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 rot="18900000">
            <a:off x="1496879" y="4244055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600000-800000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 rot="18900000">
            <a:off x="1660005" y="4264569"/>
            <a:ext cx="79502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800000-1000000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 rot="18900000">
            <a:off x="1823103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1000000-1200000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 rot="18900000">
            <a:off x="2035333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1200000-1400000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 rot="18900000">
            <a:off x="2247575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1400000-1600000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 rot="18900000">
            <a:off x="2459818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1600000-1800000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 rot="18900000">
            <a:off x="2672060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1800000-2000000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 rot="18900000">
            <a:off x="2884303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2000000-2200000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 rot="18900000">
            <a:off x="3096533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2200000-2400000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 rot="18900000">
            <a:off x="3308775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2400000-2600000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 rot="18900000">
            <a:off x="3521017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2600000-2800000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 rot="18900000">
            <a:off x="3733260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2800000-3000000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 rot="18900000">
            <a:off x="3945502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3000000-3200000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 rot="18900000">
            <a:off x="4157732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3800000-4000000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 rot="18900000">
            <a:off x="4369974" y="42850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4000000-4200000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201139" y="3833342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27346" y="3592436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2000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027346" y="3351517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4000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27346" y="3110598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6000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69415" y="2628775"/>
            <a:ext cx="30226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815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8000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969415" y="2387861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12000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969415" y="2146947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14000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088007" y="1760067"/>
            <a:ext cx="4940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65" b="1">
                <a:solidFill>
                  <a:srgbClr val="F1F1F1"/>
                </a:solidFill>
                <a:latin typeface="Calibri"/>
                <a:cs typeface="Calibri"/>
              </a:rPr>
              <a:t>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391860" y="3158439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54" name="object 5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281700" y="3214636"/>
            <a:ext cx="64799" cy="64795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6454457" y="2708922"/>
            <a:ext cx="5549265" cy="3992879"/>
            <a:chOff x="6454457" y="2708922"/>
            <a:chExt cx="5549265" cy="3992879"/>
          </a:xfrm>
        </p:grpSpPr>
        <p:pic>
          <p:nvPicPr>
            <p:cNvPr id="56" name="object 5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54457" y="2708922"/>
              <a:ext cx="5548757" cy="399285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6958814" y="5804661"/>
              <a:ext cx="4542790" cy="0"/>
            </a:xfrm>
            <a:custGeom>
              <a:avLst/>
              <a:gdLst/>
              <a:ahLst/>
              <a:cxnLst/>
              <a:rect l="l" t="t" r="r" b="b"/>
              <a:pathLst>
                <a:path w="4542790" h="0">
                  <a:moveTo>
                    <a:pt x="0" y="0"/>
                  </a:moveTo>
                  <a:lnTo>
                    <a:pt x="4542776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958814" y="5292090"/>
              <a:ext cx="4542790" cy="256540"/>
            </a:xfrm>
            <a:custGeom>
              <a:avLst/>
              <a:gdLst/>
              <a:ahLst/>
              <a:cxnLst/>
              <a:rect l="l" t="t" r="r" b="b"/>
              <a:pathLst>
                <a:path w="4542790" h="256539">
                  <a:moveTo>
                    <a:pt x="0" y="256286"/>
                  </a:moveTo>
                  <a:lnTo>
                    <a:pt x="87360" y="256286"/>
                  </a:lnTo>
                </a:path>
                <a:path w="4542790" h="256539">
                  <a:moveTo>
                    <a:pt x="262083" y="256286"/>
                  </a:moveTo>
                  <a:lnTo>
                    <a:pt x="436804" y="256286"/>
                  </a:lnTo>
                </a:path>
                <a:path w="4542790" h="256539">
                  <a:moveTo>
                    <a:pt x="611527" y="256286"/>
                  </a:moveTo>
                  <a:lnTo>
                    <a:pt x="4542776" y="256286"/>
                  </a:lnTo>
                </a:path>
                <a:path w="4542790" h="256539">
                  <a:moveTo>
                    <a:pt x="0" y="0"/>
                  </a:moveTo>
                  <a:lnTo>
                    <a:pt x="87360" y="0"/>
                  </a:lnTo>
                </a:path>
                <a:path w="4542790" h="256539">
                  <a:moveTo>
                    <a:pt x="262083" y="0"/>
                  </a:moveTo>
                  <a:lnTo>
                    <a:pt x="4542776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958814" y="3754374"/>
              <a:ext cx="4542790" cy="1281430"/>
            </a:xfrm>
            <a:custGeom>
              <a:avLst/>
              <a:gdLst/>
              <a:ahLst/>
              <a:cxnLst/>
              <a:rect l="l" t="t" r="r" b="b"/>
              <a:pathLst>
                <a:path w="4542790" h="1281429">
                  <a:moveTo>
                    <a:pt x="0" y="1281429"/>
                  </a:moveTo>
                  <a:lnTo>
                    <a:pt x="87360" y="1281429"/>
                  </a:lnTo>
                </a:path>
                <a:path w="4542790" h="1281429">
                  <a:moveTo>
                    <a:pt x="262083" y="1281429"/>
                  </a:moveTo>
                  <a:lnTo>
                    <a:pt x="4542776" y="1281429"/>
                  </a:lnTo>
                </a:path>
                <a:path w="4542790" h="1281429">
                  <a:moveTo>
                    <a:pt x="0" y="1025143"/>
                  </a:moveTo>
                  <a:lnTo>
                    <a:pt x="87360" y="1025143"/>
                  </a:lnTo>
                </a:path>
                <a:path w="4542790" h="1281429">
                  <a:moveTo>
                    <a:pt x="262083" y="1025143"/>
                  </a:moveTo>
                  <a:lnTo>
                    <a:pt x="4542776" y="1025143"/>
                  </a:lnTo>
                </a:path>
                <a:path w="4542790" h="1281429">
                  <a:moveTo>
                    <a:pt x="0" y="768857"/>
                  </a:moveTo>
                  <a:lnTo>
                    <a:pt x="87360" y="768857"/>
                  </a:lnTo>
                </a:path>
                <a:path w="4542790" h="1281429">
                  <a:moveTo>
                    <a:pt x="262083" y="768857"/>
                  </a:moveTo>
                  <a:lnTo>
                    <a:pt x="4542776" y="768857"/>
                  </a:lnTo>
                </a:path>
                <a:path w="4542790" h="1281429">
                  <a:moveTo>
                    <a:pt x="0" y="512571"/>
                  </a:moveTo>
                  <a:lnTo>
                    <a:pt x="87360" y="512571"/>
                  </a:lnTo>
                </a:path>
                <a:path w="4542790" h="1281429">
                  <a:moveTo>
                    <a:pt x="262083" y="512571"/>
                  </a:moveTo>
                  <a:lnTo>
                    <a:pt x="4542776" y="512571"/>
                  </a:lnTo>
                </a:path>
                <a:path w="4542790" h="1281429">
                  <a:moveTo>
                    <a:pt x="0" y="256286"/>
                  </a:moveTo>
                  <a:lnTo>
                    <a:pt x="87360" y="256286"/>
                  </a:lnTo>
                </a:path>
                <a:path w="4542790" h="1281429">
                  <a:moveTo>
                    <a:pt x="262083" y="256286"/>
                  </a:moveTo>
                  <a:lnTo>
                    <a:pt x="4542776" y="256286"/>
                  </a:lnTo>
                </a:path>
                <a:path w="4542790" h="1281429">
                  <a:moveTo>
                    <a:pt x="0" y="0"/>
                  </a:moveTo>
                  <a:lnTo>
                    <a:pt x="87360" y="0"/>
                  </a:lnTo>
                </a:path>
                <a:path w="4542790" h="1281429">
                  <a:moveTo>
                    <a:pt x="262083" y="0"/>
                  </a:moveTo>
                  <a:lnTo>
                    <a:pt x="4542776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958814" y="3241802"/>
              <a:ext cx="4542790" cy="256540"/>
            </a:xfrm>
            <a:custGeom>
              <a:avLst/>
              <a:gdLst/>
              <a:ahLst/>
              <a:cxnLst/>
              <a:rect l="l" t="t" r="r" b="b"/>
              <a:pathLst>
                <a:path w="4542790" h="256539">
                  <a:moveTo>
                    <a:pt x="0" y="256286"/>
                  </a:moveTo>
                  <a:lnTo>
                    <a:pt x="4542776" y="256286"/>
                  </a:lnTo>
                </a:path>
                <a:path w="4542790" h="256539">
                  <a:moveTo>
                    <a:pt x="0" y="0"/>
                  </a:moveTo>
                  <a:lnTo>
                    <a:pt x="4542776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46174" y="3576510"/>
              <a:ext cx="174722" cy="221862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95619" y="5493270"/>
              <a:ext cx="174722" cy="301866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45069" y="5786920"/>
              <a:ext cx="174713" cy="8216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6958813" y="5798832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4542764" y="0"/>
                  </a:moveTo>
                  <a:lnTo>
                    <a:pt x="1659851" y="0"/>
                  </a:lnTo>
                  <a:lnTo>
                    <a:pt x="1659851" y="5842"/>
                  </a:lnTo>
                  <a:lnTo>
                    <a:pt x="1659851" y="6350"/>
                  </a:lnTo>
                  <a:lnTo>
                    <a:pt x="1485125" y="6350"/>
                  </a:lnTo>
                  <a:lnTo>
                    <a:pt x="1485125" y="5842"/>
                  </a:lnTo>
                  <a:lnTo>
                    <a:pt x="1659851" y="5842"/>
                  </a:lnTo>
                  <a:lnTo>
                    <a:pt x="1659851" y="0"/>
                  </a:lnTo>
                  <a:lnTo>
                    <a:pt x="1310411" y="0"/>
                  </a:lnTo>
                  <a:lnTo>
                    <a:pt x="1310411" y="5842"/>
                  </a:lnTo>
                  <a:lnTo>
                    <a:pt x="1310411" y="6350"/>
                  </a:lnTo>
                  <a:lnTo>
                    <a:pt x="1135684" y="6350"/>
                  </a:lnTo>
                  <a:lnTo>
                    <a:pt x="1135684" y="5842"/>
                  </a:lnTo>
                  <a:lnTo>
                    <a:pt x="1310411" y="5842"/>
                  </a:lnTo>
                  <a:lnTo>
                    <a:pt x="1310411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4542764" y="12700"/>
                  </a:lnTo>
                  <a:lnTo>
                    <a:pt x="4542764" y="6350"/>
                  </a:lnTo>
                  <a:lnTo>
                    <a:pt x="1834578" y="6350"/>
                  </a:lnTo>
                  <a:lnTo>
                    <a:pt x="1834578" y="5842"/>
                  </a:lnTo>
                  <a:lnTo>
                    <a:pt x="2009292" y="5842"/>
                  </a:lnTo>
                  <a:lnTo>
                    <a:pt x="4542764" y="5842"/>
                  </a:lnTo>
                  <a:lnTo>
                    <a:pt x="4542764" y="5270"/>
                  </a:lnTo>
                  <a:lnTo>
                    <a:pt x="2009292" y="5270"/>
                  </a:lnTo>
                  <a:lnTo>
                    <a:pt x="1834578" y="5270"/>
                  </a:lnTo>
                  <a:lnTo>
                    <a:pt x="1834578" y="5080"/>
                  </a:lnTo>
                  <a:lnTo>
                    <a:pt x="4542764" y="5080"/>
                  </a:lnTo>
                  <a:lnTo>
                    <a:pt x="4542764" y="2540"/>
                  </a:lnTo>
                  <a:lnTo>
                    <a:pt x="454276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7759602" y="5611456"/>
            <a:ext cx="1866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346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8138011" y="5628627"/>
            <a:ext cx="827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9250" algn="l"/>
                <a:tab pos="698500" algn="l"/>
              </a:tabLst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68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17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9215314" y="562914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9564754" y="5628982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914208" y="562909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0263648" y="562909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0613089" y="562914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0962542" y="562914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1311983" y="562914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 rot="18900000">
            <a:off x="6777787" y="6022387"/>
            <a:ext cx="45465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0-250000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 rot="18900000">
            <a:off x="6882913" y="6124973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250000-500000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6" name="object 76" descr=""/>
          <p:cNvSpPr txBox="1"/>
          <p:nvPr/>
        </p:nvSpPr>
        <p:spPr>
          <a:xfrm rot="18900000">
            <a:off x="7232353" y="6124973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500000-750000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 descr=""/>
          <p:cNvSpPr txBox="1"/>
          <p:nvPr/>
        </p:nvSpPr>
        <p:spPr>
          <a:xfrm rot="18900000">
            <a:off x="7532690" y="6145483"/>
            <a:ext cx="79502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750000-1000000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8" name="object 78" descr=""/>
          <p:cNvSpPr txBox="1"/>
          <p:nvPr/>
        </p:nvSpPr>
        <p:spPr>
          <a:xfrm rot="18900000">
            <a:off x="7832987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1000000-1250000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 descr=""/>
          <p:cNvSpPr txBox="1"/>
          <p:nvPr/>
        </p:nvSpPr>
        <p:spPr>
          <a:xfrm rot="18900000">
            <a:off x="8182427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1250000-1500000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 rot="18900000">
            <a:off x="8531880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1500000-1750000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 rot="18900000">
            <a:off x="8881320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1750000-2000000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 rot="18900000">
            <a:off x="9230761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2000000-2250000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3" name="object 83" descr=""/>
          <p:cNvSpPr txBox="1"/>
          <p:nvPr/>
        </p:nvSpPr>
        <p:spPr>
          <a:xfrm rot="18900000">
            <a:off x="9580214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2250000-2500000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4" name="object 84" descr=""/>
          <p:cNvSpPr txBox="1"/>
          <p:nvPr/>
        </p:nvSpPr>
        <p:spPr>
          <a:xfrm rot="18900000">
            <a:off x="9929655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3500000-3750000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5" name="object 85" descr=""/>
          <p:cNvSpPr txBox="1"/>
          <p:nvPr/>
        </p:nvSpPr>
        <p:spPr>
          <a:xfrm rot="18900000">
            <a:off x="10279096" y="6166005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3750000-4000000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6" name="object 86" descr=""/>
          <p:cNvSpPr txBox="1"/>
          <p:nvPr/>
        </p:nvSpPr>
        <p:spPr>
          <a:xfrm rot="18900000">
            <a:off x="10854951" y="6023333"/>
            <a:ext cx="652705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116750000-</a:t>
            </a: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...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6805842" y="5714263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6574118" y="4945405"/>
            <a:ext cx="1051560" cy="675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  <a:p>
            <a:pPr>
              <a:lnSpc>
                <a:spcPts val="994"/>
              </a:lnSpc>
              <a:spcBef>
                <a:spcPts val="93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  <a:p>
            <a:pPr marL="806450">
              <a:lnSpc>
                <a:spcPts val="994"/>
              </a:lnSpc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6075</a:t>
            </a:r>
            <a:endParaRPr sz="9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25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574118" y="3151406"/>
            <a:ext cx="730885" cy="1700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tabLst>
                <a:tab pos="427990" algn="l"/>
              </a:tabLst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45000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baseline="3086" sz="1350" spc="-15">
                <a:solidFill>
                  <a:srgbClr val="D9D9D9"/>
                </a:solidFill>
                <a:latin typeface="Calibri"/>
                <a:cs typeface="Calibri"/>
              </a:rPr>
              <a:t>43470</a:t>
            </a:r>
            <a:endParaRPr baseline="3086"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8995909" y="2768181"/>
            <a:ext cx="4940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65" b="1">
                <a:solidFill>
                  <a:srgbClr val="F1F1F1"/>
                </a:solidFill>
                <a:latin typeface="Calibri"/>
                <a:cs typeface="Calibri"/>
              </a:rPr>
              <a:t>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1660708" y="4616754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92" name="object 9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550548" y="4672952"/>
            <a:ext cx="64799" cy="64795"/>
          </a:xfrm>
          <a:prstGeom prst="rect">
            <a:avLst/>
          </a:prstGeom>
        </p:spPr>
      </p:pic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Univariate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Segmented</a:t>
            </a:r>
            <a:r>
              <a:rPr dirty="0" spc="-114"/>
              <a:t> </a:t>
            </a:r>
            <a:r>
              <a:rPr dirty="0"/>
              <a:t>univariate</a:t>
            </a:r>
            <a:r>
              <a:rPr dirty="0" spc="-114"/>
              <a:t> </a:t>
            </a:r>
            <a:r>
              <a:rPr dirty="0" spc="-10"/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482833" y="3760203"/>
            <a:ext cx="7642859" cy="3076575"/>
            <a:chOff x="4482833" y="3760203"/>
            <a:chExt cx="7642859" cy="3076575"/>
          </a:xfrm>
        </p:grpSpPr>
        <p:sp>
          <p:nvSpPr>
            <p:cNvPr id="4" name="object 4" descr=""/>
            <p:cNvSpPr/>
            <p:nvPr/>
          </p:nvSpPr>
          <p:spPr>
            <a:xfrm>
              <a:off x="4487595" y="3764965"/>
              <a:ext cx="7633334" cy="3067050"/>
            </a:xfrm>
            <a:custGeom>
              <a:avLst/>
              <a:gdLst/>
              <a:ahLst/>
              <a:cxnLst/>
              <a:rect l="l" t="t" r="r" b="b"/>
              <a:pathLst>
                <a:path w="7633334" h="3067050">
                  <a:moveTo>
                    <a:pt x="7632852" y="0"/>
                  </a:moveTo>
                  <a:lnTo>
                    <a:pt x="0" y="0"/>
                  </a:lnTo>
                  <a:lnTo>
                    <a:pt x="0" y="3066923"/>
                  </a:lnTo>
                  <a:lnTo>
                    <a:pt x="7632852" y="3066923"/>
                  </a:lnTo>
                  <a:lnTo>
                    <a:pt x="76328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87595" y="3764965"/>
              <a:ext cx="7633334" cy="3067050"/>
            </a:xfrm>
            <a:custGeom>
              <a:avLst/>
              <a:gdLst/>
              <a:ahLst/>
              <a:cxnLst/>
              <a:rect l="l" t="t" r="r" b="b"/>
              <a:pathLst>
                <a:path w="7633334" h="3067050">
                  <a:moveTo>
                    <a:pt x="0" y="0"/>
                  </a:moveTo>
                  <a:lnTo>
                    <a:pt x="0" y="3066923"/>
                  </a:lnTo>
                  <a:lnTo>
                    <a:pt x="7632852" y="3066923"/>
                  </a:lnTo>
                  <a:lnTo>
                    <a:pt x="7632852" y="0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61230" y="3920121"/>
              <a:ext cx="6590665" cy="1575435"/>
            </a:xfrm>
            <a:custGeom>
              <a:avLst/>
              <a:gdLst/>
              <a:ahLst/>
              <a:cxnLst/>
              <a:rect l="l" t="t" r="r" b="b"/>
              <a:pathLst>
                <a:path w="6590665" h="1575435">
                  <a:moveTo>
                    <a:pt x="0" y="0"/>
                  </a:moveTo>
                  <a:lnTo>
                    <a:pt x="0" y="1575219"/>
                  </a:lnTo>
                </a:path>
                <a:path w="6590665" h="1575435">
                  <a:moveTo>
                    <a:pt x="506947" y="0"/>
                  </a:moveTo>
                  <a:lnTo>
                    <a:pt x="506947" y="1575219"/>
                  </a:lnTo>
                </a:path>
                <a:path w="6590665" h="1575435">
                  <a:moveTo>
                    <a:pt x="1013890" y="0"/>
                  </a:moveTo>
                  <a:lnTo>
                    <a:pt x="1013890" y="1575219"/>
                  </a:lnTo>
                </a:path>
                <a:path w="6590665" h="1575435">
                  <a:moveTo>
                    <a:pt x="1520836" y="0"/>
                  </a:moveTo>
                  <a:lnTo>
                    <a:pt x="1520836" y="1575219"/>
                  </a:lnTo>
                </a:path>
                <a:path w="6590665" h="1575435">
                  <a:moveTo>
                    <a:pt x="2027782" y="0"/>
                  </a:moveTo>
                  <a:lnTo>
                    <a:pt x="2027782" y="1575219"/>
                  </a:lnTo>
                </a:path>
                <a:path w="6590665" h="1575435">
                  <a:moveTo>
                    <a:pt x="2534728" y="0"/>
                  </a:moveTo>
                  <a:lnTo>
                    <a:pt x="2534728" y="1575219"/>
                  </a:lnTo>
                </a:path>
                <a:path w="6590665" h="1575435">
                  <a:moveTo>
                    <a:pt x="3041674" y="0"/>
                  </a:moveTo>
                  <a:lnTo>
                    <a:pt x="3041674" y="1575219"/>
                  </a:lnTo>
                </a:path>
                <a:path w="6590665" h="1575435">
                  <a:moveTo>
                    <a:pt x="3548632" y="0"/>
                  </a:moveTo>
                  <a:lnTo>
                    <a:pt x="3548632" y="1575219"/>
                  </a:lnTo>
                </a:path>
                <a:path w="6590665" h="1575435">
                  <a:moveTo>
                    <a:pt x="4055578" y="0"/>
                  </a:moveTo>
                  <a:lnTo>
                    <a:pt x="4055578" y="1575219"/>
                  </a:lnTo>
                </a:path>
                <a:path w="6590665" h="1575435">
                  <a:moveTo>
                    <a:pt x="4562524" y="0"/>
                  </a:moveTo>
                  <a:lnTo>
                    <a:pt x="4562524" y="1575219"/>
                  </a:lnTo>
                </a:path>
                <a:path w="6590665" h="1575435">
                  <a:moveTo>
                    <a:pt x="5069470" y="0"/>
                  </a:moveTo>
                  <a:lnTo>
                    <a:pt x="5069470" y="1575219"/>
                  </a:lnTo>
                </a:path>
                <a:path w="6590665" h="1575435">
                  <a:moveTo>
                    <a:pt x="5576416" y="0"/>
                  </a:moveTo>
                  <a:lnTo>
                    <a:pt x="5576416" y="1575219"/>
                  </a:lnTo>
                </a:path>
                <a:path w="6590665" h="1575435">
                  <a:moveTo>
                    <a:pt x="6083362" y="0"/>
                  </a:moveTo>
                  <a:lnTo>
                    <a:pt x="6083362" y="1575219"/>
                  </a:lnTo>
                </a:path>
                <a:path w="6590665" h="1575435">
                  <a:moveTo>
                    <a:pt x="6590308" y="0"/>
                  </a:moveTo>
                  <a:lnTo>
                    <a:pt x="6590308" y="1575219"/>
                  </a:lnTo>
                </a:path>
                <a:path w="6590665" h="1575435">
                  <a:moveTo>
                    <a:pt x="0" y="1575219"/>
                  </a:moveTo>
                  <a:lnTo>
                    <a:pt x="6590308" y="1575219"/>
                  </a:lnTo>
                </a:path>
                <a:path w="6590665" h="1575435">
                  <a:moveTo>
                    <a:pt x="0" y="1400200"/>
                  </a:moveTo>
                  <a:lnTo>
                    <a:pt x="6590308" y="1400200"/>
                  </a:lnTo>
                </a:path>
                <a:path w="6590665" h="1575435">
                  <a:moveTo>
                    <a:pt x="0" y="1225169"/>
                  </a:moveTo>
                  <a:lnTo>
                    <a:pt x="6590308" y="1225169"/>
                  </a:lnTo>
                </a:path>
                <a:path w="6590665" h="1575435">
                  <a:moveTo>
                    <a:pt x="0" y="1050150"/>
                  </a:moveTo>
                  <a:lnTo>
                    <a:pt x="6590308" y="1050150"/>
                  </a:lnTo>
                </a:path>
                <a:path w="6590665" h="1575435">
                  <a:moveTo>
                    <a:pt x="0" y="875118"/>
                  </a:moveTo>
                  <a:lnTo>
                    <a:pt x="6590308" y="875118"/>
                  </a:lnTo>
                </a:path>
                <a:path w="6590665" h="1575435">
                  <a:moveTo>
                    <a:pt x="0" y="700100"/>
                  </a:moveTo>
                  <a:lnTo>
                    <a:pt x="6590308" y="700100"/>
                  </a:lnTo>
                </a:path>
                <a:path w="6590665" h="1575435">
                  <a:moveTo>
                    <a:pt x="0" y="525068"/>
                  </a:moveTo>
                  <a:lnTo>
                    <a:pt x="6590308" y="525068"/>
                  </a:lnTo>
                </a:path>
                <a:path w="6590665" h="1575435">
                  <a:moveTo>
                    <a:pt x="0" y="350050"/>
                  </a:moveTo>
                  <a:lnTo>
                    <a:pt x="6590308" y="350050"/>
                  </a:lnTo>
                </a:path>
                <a:path w="6590665" h="1575435">
                  <a:moveTo>
                    <a:pt x="0" y="175018"/>
                  </a:moveTo>
                  <a:lnTo>
                    <a:pt x="6590308" y="175018"/>
                  </a:lnTo>
                </a:path>
                <a:path w="6590665" h="1575435">
                  <a:moveTo>
                    <a:pt x="0" y="0"/>
                  </a:moveTo>
                  <a:lnTo>
                    <a:pt x="6590308" y="0"/>
                  </a:lnTo>
                </a:path>
              </a:pathLst>
            </a:custGeom>
            <a:ln w="952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205093" y="4100004"/>
              <a:ext cx="1105535" cy="1386205"/>
            </a:xfrm>
            <a:custGeom>
              <a:avLst/>
              <a:gdLst/>
              <a:ahLst/>
              <a:cxnLst/>
              <a:rect l="l" t="t" r="r" b="b"/>
              <a:pathLst>
                <a:path w="1105535" h="1386204">
                  <a:moveTo>
                    <a:pt x="0" y="1385811"/>
                  </a:moveTo>
                  <a:lnTo>
                    <a:pt x="0" y="0"/>
                  </a:lnTo>
                  <a:lnTo>
                    <a:pt x="91342" y="0"/>
                  </a:lnTo>
                  <a:lnTo>
                    <a:pt x="91342" y="1385811"/>
                  </a:lnTo>
                </a:path>
                <a:path w="1105535" h="1386204">
                  <a:moveTo>
                    <a:pt x="506947" y="1385811"/>
                  </a:moveTo>
                  <a:lnTo>
                    <a:pt x="506947" y="1196187"/>
                  </a:lnTo>
                  <a:lnTo>
                    <a:pt x="598285" y="1196187"/>
                  </a:lnTo>
                  <a:lnTo>
                    <a:pt x="598285" y="1385811"/>
                  </a:lnTo>
                </a:path>
                <a:path w="1105535" h="1386204">
                  <a:moveTo>
                    <a:pt x="1013893" y="1385811"/>
                  </a:moveTo>
                  <a:lnTo>
                    <a:pt x="1013893" y="1384058"/>
                  </a:lnTo>
                  <a:lnTo>
                    <a:pt x="1105231" y="1384058"/>
                  </a:lnTo>
                  <a:lnTo>
                    <a:pt x="1105231" y="1385811"/>
                  </a:lnTo>
                </a:path>
              </a:pathLst>
            </a:custGeom>
            <a:ln w="952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332972" y="5369013"/>
              <a:ext cx="598805" cy="116839"/>
            </a:xfrm>
            <a:custGeom>
              <a:avLst/>
              <a:gdLst/>
              <a:ahLst/>
              <a:cxnLst/>
              <a:rect l="l" t="t" r="r" b="b"/>
              <a:pathLst>
                <a:path w="598804" h="116839">
                  <a:moveTo>
                    <a:pt x="0" y="116801"/>
                  </a:moveTo>
                  <a:lnTo>
                    <a:pt x="0" y="0"/>
                  </a:lnTo>
                  <a:lnTo>
                    <a:pt x="91340" y="0"/>
                  </a:lnTo>
                  <a:lnTo>
                    <a:pt x="91340" y="116801"/>
                  </a:lnTo>
                </a:path>
                <a:path w="598804" h="116839">
                  <a:moveTo>
                    <a:pt x="506944" y="116801"/>
                  </a:moveTo>
                  <a:lnTo>
                    <a:pt x="506944" y="112814"/>
                  </a:lnTo>
                  <a:lnTo>
                    <a:pt x="598283" y="112814"/>
                  </a:lnTo>
                  <a:lnTo>
                    <a:pt x="598283" y="116801"/>
                  </a:lnTo>
                </a:path>
              </a:pathLst>
            </a:custGeom>
            <a:ln w="9524">
              <a:solidFill>
                <a:srgbClr val="E988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071740" y="4095842"/>
            <a:ext cx="3987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39861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67906" y="5491136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281799" y="5491111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788745" y="5491111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295690" y="5491136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802636" y="5491136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238238" y="5364848"/>
            <a:ext cx="321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3609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17306" y="5292026"/>
            <a:ext cx="41084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5689</a:t>
            </a:r>
            <a:endParaRPr sz="1200">
              <a:latin typeface="Calibri"/>
              <a:cs typeface="Calibri"/>
            </a:endParaRPr>
          </a:p>
          <a:p>
            <a:pPr marL="166370">
              <a:lnSpc>
                <a:spcPct val="100000"/>
              </a:lnSpc>
              <a:spcBef>
                <a:spcPts val="20"/>
              </a:spcBef>
            </a:pPr>
            <a:r>
              <a:rPr dirty="0" sz="1200" spc="-25">
                <a:solidFill>
                  <a:srgbClr val="BEBEBE"/>
                </a:solidFill>
                <a:latin typeface="Calibri"/>
                <a:cs typeface="Calibri"/>
              </a:rPr>
              <a:t>386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162869" y="5491035"/>
            <a:ext cx="17265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1052195" algn="l"/>
                <a:tab pos="1558925" algn="l"/>
              </a:tabLst>
            </a:pPr>
            <a:r>
              <a:rPr dirty="0" baseline="4629" sz="1800" spc="-30">
                <a:solidFill>
                  <a:srgbClr val="BEBEBE"/>
                </a:solidFill>
                <a:latin typeface="Calibri"/>
                <a:cs typeface="Calibri"/>
              </a:rPr>
              <a:t>32</a:t>
            </a: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24</a:t>
            </a:r>
            <a:r>
              <a:rPr dirty="0" sz="1200">
                <a:solidFill>
                  <a:srgbClr val="BEBEBE"/>
                </a:solidFill>
                <a:latin typeface="Calibri"/>
                <a:cs typeface="Calibri"/>
              </a:rPr>
              <a:t>	</a:t>
            </a:r>
            <a:r>
              <a:rPr dirty="0" sz="1200" spc="-25">
                <a:solidFill>
                  <a:srgbClr val="BEBEBE"/>
                </a:solidFill>
                <a:latin typeface="Calibri"/>
                <a:cs typeface="Calibri"/>
              </a:rPr>
              <a:t>644</a:t>
            </a:r>
            <a:r>
              <a:rPr dirty="0" sz="1200">
                <a:solidFill>
                  <a:srgbClr val="BEBEBE"/>
                </a:solidFill>
                <a:latin typeface="Calibri"/>
                <a:cs typeface="Calibri"/>
              </a:rPr>
              <a:t>	</a:t>
            </a:r>
            <a:r>
              <a:rPr dirty="0" sz="1200" spc="-25">
                <a:solidFill>
                  <a:srgbClr val="BEBEBE"/>
                </a:solidFill>
                <a:latin typeface="Calibri"/>
                <a:cs typeface="Calibri"/>
              </a:rPr>
              <a:t>161</a:t>
            </a:r>
            <a:r>
              <a:rPr dirty="0" sz="1200">
                <a:solidFill>
                  <a:srgbClr val="BEBEBE"/>
                </a:solidFill>
                <a:latin typeface="Calibri"/>
                <a:cs typeface="Calibri"/>
              </a:rPr>
              <a:t>	</a:t>
            </a:r>
            <a:r>
              <a:rPr dirty="0" sz="1200" spc="-25">
                <a:solidFill>
                  <a:srgbClr val="BEBEBE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774853" y="5491073"/>
            <a:ext cx="218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EBEBE"/>
                </a:solidFill>
                <a:latin typeface="Calibri"/>
                <a:cs typeface="Calibri"/>
              </a:rPr>
              <a:t>3</a:t>
            </a:r>
            <a:r>
              <a:rPr dirty="0" sz="1200" spc="114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437459" y="5491136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 rot="18900000">
            <a:off x="4840367" y="5785652"/>
            <a:ext cx="606209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0-</a:t>
            </a: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 rot="18900000">
            <a:off x="5021558" y="5922420"/>
            <a:ext cx="984057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500000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 rot="18900000">
            <a:off x="5528504" y="5922420"/>
            <a:ext cx="984057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500000-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750000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 rot="18900000">
            <a:off x="5969977" y="5949772"/>
            <a:ext cx="106003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 rot="18900000">
            <a:off x="6411383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1000000-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1250000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 rot="18900000">
            <a:off x="6918329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1250000-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1500000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 rot="18900000">
            <a:off x="7425275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1500000-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1750000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 rot="18900000">
            <a:off x="7932233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2000000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 rot="18900000">
            <a:off x="8439179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2000000-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2250000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 rot="18900000">
            <a:off x="8946125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2250000-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2500000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 rot="18900000">
            <a:off x="9453071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3500000-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3750000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 rot="18900000">
            <a:off x="9960017" y="5977126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4000000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 rot="18900000">
            <a:off x="10204422" y="6086540"/>
            <a:ext cx="1443169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116750000-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117000000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549508" y="3804424"/>
            <a:ext cx="399415" cy="1783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ts val="1410"/>
              </a:lnSpc>
              <a:spcBef>
                <a:spcPts val="100"/>
              </a:spcBef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45000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40000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30000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20000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10000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ts val="138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5000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ts val="1410"/>
              </a:lnSpc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953999" y="1093616"/>
            <a:ext cx="10911205" cy="4344670"/>
            <a:chOff x="953999" y="1093616"/>
            <a:chExt cx="10911205" cy="4344670"/>
          </a:xfrm>
        </p:grpSpPr>
        <p:sp>
          <p:nvSpPr>
            <p:cNvPr id="35" name="object 35" descr=""/>
            <p:cNvSpPr/>
            <p:nvPr/>
          </p:nvSpPr>
          <p:spPr>
            <a:xfrm>
              <a:off x="11773928" y="5163781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0" y="0"/>
                  </a:moveTo>
                  <a:lnTo>
                    <a:pt x="86400" y="0"/>
                  </a:lnTo>
                  <a:lnTo>
                    <a:pt x="86400" y="86398"/>
                  </a:lnTo>
                  <a:lnTo>
                    <a:pt x="0" y="863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773928" y="5346661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0" y="0"/>
                  </a:moveTo>
                  <a:lnTo>
                    <a:pt x="86400" y="0"/>
                  </a:lnTo>
                  <a:lnTo>
                    <a:pt x="86400" y="86398"/>
                  </a:lnTo>
                  <a:lnTo>
                    <a:pt x="0" y="863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988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58762" y="1098378"/>
              <a:ext cx="7058025" cy="2621915"/>
            </a:xfrm>
            <a:custGeom>
              <a:avLst/>
              <a:gdLst/>
              <a:ahLst/>
              <a:cxnLst/>
              <a:rect l="l" t="t" r="r" b="b"/>
              <a:pathLst>
                <a:path w="7058025" h="2621915">
                  <a:moveTo>
                    <a:pt x="7057669" y="0"/>
                  </a:moveTo>
                  <a:lnTo>
                    <a:pt x="0" y="0"/>
                  </a:lnTo>
                  <a:lnTo>
                    <a:pt x="0" y="2621813"/>
                  </a:lnTo>
                  <a:lnTo>
                    <a:pt x="7057669" y="2621813"/>
                  </a:lnTo>
                  <a:lnTo>
                    <a:pt x="705766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58762" y="1098378"/>
              <a:ext cx="7058025" cy="2621915"/>
            </a:xfrm>
            <a:custGeom>
              <a:avLst/>
              <a:gdLst/>
              <a:ahLst/>
              <a:cxnLst/>
              <a:rect l="l" t="t" r="r" b="b"/>
              <a:pathLst>
                <a:path w="7058025" h="2621915">
                  <a:moveTo>
                    <a:pt x="0" y="0"/>
                  </a:moveTo>
                  <a:lnTo>
                    <a:pt x="0" y="2621813"/>
                  </a:lnTo>
                  <a:lnTo>
                    <a:pt x="7057669" y="2621813"/>
                  </a:lnTo>
                  <a:lnTo>
                    <a:pt x="7057669" y="0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532397" y="1253534"/>
              <a:ext cx="5826760" cy="1130300"/>
            </a:xfrm>
            <a:custGeom>
              <a:avLst/>
              <a:gdLst/>
              <a:ahLst/>
              <a:cxnLst/>
              <a:rect l="l" t="t" r="r" b="b"/>
              <a:pathLst>
                <a:path w="5826759" h="1130300">
                  <a:moveTo>
                    <a:pt x="0" y="0"/>
                  </a:moveTo>
                  <a:lnTo>
                    <a:pt x="0" y="1130122"/>
                  </a:lnTo>
                </a:path>
                <a:path w="5826759" h="1130300">
                  <a:moveTo>
                    <a:pt x="448208" y="0"/>
                  </a:moveTo>
                  <a:lnTo>
                    <a:pt x="448208" y="1130122"/>
                  </a:lnTo>
                </a:path>
                <a:path w="5826759" h="1130300">
                  <a:moveTo>
                    <a:pt x="896415" y="0"/>
                  </a:moveTo>
                  <a:lnTo>
                    <a:pt x="896415" y="1130122"/>
                  </a:lnTo>
                </a:path>
                <a:path w="5826759" h="1130300">
                  <a:moveTo>
                    <a:pt x="1344623" y="0"/>
                  </a:moveTo>
                  <a:lnTo>
                    <a:pt x="1344623" y="1130122"/>
                  </a:lnTo>
                </a:path>
                <a:path w="5826759" h="1130300">
                  <a:moveTo>
                    <a:pt x="1792832" y="0"/>
                  </a:moveTo>
                  <a:lnTo>
                    <a:pt x="1792832" y="1130122"/>
                  </a:lnTo>
                </a:path>
                <a:path w="5826759" h="1130300">
                  <a:moveTo>
                    <a:pt x="2241040" y="0"/>
                  </a:moveTo>
                  <a:lnTo>
                    <a:pt x="2241040" y="1130122"/>
                  </a:lnTo>
                </a:path>
                <a:path w="5826759" h="1130300">
                  <a:moveTo>
                    <a:pt x="2689249" y="0"/>
                  </a:moveTo>
                  <a:lnTo>
                    <a:pt x="2689249" y="1130122"/>
                  </a:lnTo>
                </a:path>
                <a:path w="5826759" h="1130300">
                  <a:moveTo>
                    <a:pt x="3137457" y="0"/>
                  </a:moveTo>
                  <a:lnTo>
                    <a:pt x="3137457" y="1130122"/>
                  </a:lnTo>
                </a:path>
                <a:path w="5826759" h="1130300">
                  <a:moveTo>
                    <a:pt x="3585665" y="0"/>
                  </a:moveTo>
                  <a:lnTo>
                    <a:pt x="3585665" y="1130122"/>
                  </a:lnTo>
                </a:path>
                <a:path w="5826759" h="1130300">
                  <a:moveTo>
                    <a:pt x="4033874" y="0"/>
                  </a:moveTo>
                  <a:lnTo>
                    <a:pt x="4033874" y="1130122"/>
                  </a:lnTo>
                </a:path>
                <a:path w="5826759" h="1130300">
                  <a:moveTo>
                    <a:pt x="4482082" y="0"/>
                  </a:moveTo>
                  <a:lnTo>
                    <a:pt x="4482082" y="1130122"/>
                  </a:lnTo>
                </a:path>
                <a:path w="5826759" h="1130300">
                  <a:moveTo>
                    <a:pt x="4930291" y="0"/>
                  </a:moveTo>
                  <a:lnTo>
                    <a:pt x="4930291" y="1130122"/>
                  </a:lnTo>
                </a:path>
                <a:path w="5826759" h="1130300">
                  <a:moveTo>
                    <a:pt x="5378499" y="0"/>
                  </a:moveTo>
                  <a:lnTo>
                    <a:pt x="5378499" y="1130122"/>
                  </a:lnTo>
                </a:path>
                <a:path w="5826759" h="1130300">
                  <a:moveTo>
                    <a:pt x="5826707" y="0"/>
                  </a:moveTo>
                  <a:lnTo>
                    <a:pt x="5826707" y="1130122"/>
                  </a:lnTo>
                </a:path>
                <a:path w="5826759" h="1130300">
                  <a:moveTo>
                    <a:pt x="0" y="1130122"/>
                  </a:moveTo>
                  <a:lnTo>
                    <a:pt x="5826707" y="1130122"/>
                  </a:lnTo>
                </a:path>
                <a:path w="5826759" h="1130300">
                  <a:moveTo>
                    <a:pt x="0" y="968667"/>
                  </a:moveTo>
                  <a:lnTo>
                    <a:pt x="5826707" y="968667"/>
                  </a:lnTo>
                </a:path>
                <a:path w="5826759" h="1130300">
                  <a:moveTo>
                    <a:pt x="0" y="807224"/>
                  </a:moveTo>
                  <a:lnTo>
                    <a:pt x="5826707" y="807224"/>
                  </a:lnTo>
                </a:path>
                <a:path w="5826759" h="1130300">
                  <a:moveTo>
                    <a:pt x="0" y="645782"/>
                  </a:moveTo>
                  <a:lnTo>
                    <a:pt x="5826707" y="645782"/>
                  </a:lnTo>
                </a:path>
                <a:path w="5826759" h="1130300">
                  <a:moveTo>
                    <a:pt x="0" y="484339"/>
                  </a:moveTo>
                  <a:lnTo>
                    <a:pt x="5826707" y="484339"/>
                  </a:lnTo>
                </a:path>
                <a:path w="5826759" h="1130300">
                  <a:moveTo>
                    <a:pt x="0" y="322884"/>
                  </a:moveTo>
                  <a:lnTo>
                    <a:pt x="5826707" y="322884"/>
                  </a:lnTo>
                </a:path>
                <a:path w="5826759" h="1130300">
                  <a:moveTo>
                    <a:pt x="0" y="161442"/>
                  </a:moveTo>
                  <a:lnTo>
                    <a:pt x="5826707" y="161442"/>
                  </a:lnTo>
                </a:path>
                <a:path w="5826759" h="1130300">
                  <a:moveTo>
                    <a:pt x="0" y="0"/>
                  </a:moveTo>
                  <a:lnTo>
                    <a:pt x="5826707" y="0"/>
                  </a:lnTo>
                </a:path>
              </a:pathLst>
            </a:custGeom>
            <a:ln w="952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33969" y="1427372"/>
              <a:ext cx="513080" cy="946785"/>
            </a:xfrm>
            <a:custGeom>
              <a:avLst/>
              <a:gdLst/>
              <a:ahLst/>
              <a:cxnLst/>
              <a:rect l="l" t="t" r="r" b="b"/>
              <a:pathLst>
                <a:path w="513080" h="946785">
                  <a:moveTo>
                    <a:pt x="0" y="946759"/>
                  </a:moveTo>
                  <a:lnTo>
                    <a:pt x="0" y="0"/>
                  </a:lnTo>
                  <a:lnTo>
                    <a:pt x="64490" y="0"/>
                  </a:lnTo>
                  <a:lnTo>
                    <a:pt x="64490" y="946759"/>
                  </a:lnTo>
                </a:path>
                <a:path w="513080" h="946785">
                  <a:moveTo>
                    <a:pt x="448209" y="946759"/>
                  </a:moveTo>
                  <a:lnTo>
                    <a:pt x="448209" y="859116"/>
                  </a:lnTo>
                  <a:lnTo>
                    <a:pt x="512699" y="859116"/>
                  </a:lnTo>
                  <a:lnTo>
                    <a:pt x="512699" y="946759"/>
                  </a:lnTo>
                </a:path>
              </a:pathLst>
            </a:custGeom>
            <a:ln w="952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724256" y="1936388"/>
              <a:ext cx="513080" cy="438150"/>
            </a:xfrm>
            <a:custGeom>
              <a:avLst/>
              <a:gdLst/>
              <a:ahLst/>
              <a:cxnLst/>
              <a:rect l="l" t="t" r="r" b="b"/>
              <a:pathLst>
                <a:path w="513080" h="438150">
                  <a:moveTo>
                    <a:pt x="0" y="437743"/>
                  </a:moveTo>
                  <a:lnTo>
                    <a:pt x="0" y="0"/>
                  </a:lnTo>
                  <a:lnTo>
                    <a:pt x="64490" y="0"/>
                  </a:lnTo>
                  <a:lnTo>
                    <a:pt x="64490" y="437743"/>
                  </a:lnTo>
                </a:path>
                <a:path w="513080" h="438150">
                  <a:moveTo>
                    <a:pt x="448208" y="437743"/>
                  </a:moveTo>
                  <a:lnTo>
                    <a:pt x="448208" y="348272"/>
                  </a:lnTo>
                  <a:lnTo>
                    <a:pt x="512697" y="348272"/>
                  </a:lnTo>
                  <a:lnTo>
                    <a:pt x="512697" y="437743"/>
                  </a:lnTo>
                </a:path>
              </a:pathLst>
            </a:custGeom>
            <a:ln w="9524">
              <a:solidFill>
                <a:srgbClr val="E988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1920816" y="5093093"/>
            <a:ext cx="901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 rot="18900000">
            <a:off x="1282171" y="2673964"/>
            <a:ext cx="606209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0-</a:t>
            </a: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 rot="18900000">
            <a:off x="1404625" y="2810731"/>
            <a:ext cx="984057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500000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 rot="18900000">
            <a:off x="1852833" y="2810731"/>
            <a:ext cx="984057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500000-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750000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 rot="18900000">
            <a:off x="2235556" y="2838085"/>
            <a:ext cx="106003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 rot="18900000">
            <a:off x="2618237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1000000-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1250000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 rot="18900000">
            <a:off x="3066445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1250000-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1500000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 rot="18900000">
            <a:off x="3514654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1500000-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1750000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 rot="18900000">
            <a:off x="3962862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2000000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 rot="18900000">
            <a:off x="4411070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2000000-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2250000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 rot="18900000">
            <a:off x="4859279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2250000-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2500000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 rot="18900000">
            <a:off x="5307487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3500000-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3750000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 rot="18900000">
            <a:off x="5755695" y="2865438"/>
            <a:ext cx="1136752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4000000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 rot="18900000">
            <a:off x="5941363" y="2974852"/>
            <a:ext cx="1443169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116750000-</a:t>
            </a:r>
            <a:r>
              <a:rPr dirty="0" sz="1200" spc="-10">
                <a:solidFill>
                  <a:srgbClr val="BEBEBE"/>
                </a:solidFill>
                <a:latin typeface="Calibri"/>
                <a:cs typeface="Calibri"/>
              </a:rPr>
              <a:t>117000000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20674" y="1137837"/>
            <a:ext cx="399415" cy="133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ts val="1355"/>
              </a:lnSpc>
              <a:spcBef>
                <a:spcPts val="100"/>
              </a:spcBef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27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30000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27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27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20000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27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15000</a:t>
            </a:r>
            <a:endParaRPr sz="1200">
              <a:latin typeface="Calibri"/>
              <a:cs typeface="Calibri"/>
            </a:endParaRPr>
          </a:p>
          <a:p>
            <a:pPr algn="r" marR="6350">
              <a:lnSpc>
                <a:spcPts val="127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10000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ts val="1270"/>
              </a:lnSpc>
            </a:pPr>
            <a:r>
              <a:rPr dirty="0" sz="1200" spc="-20">
                <a:solidFill>
                  <a:srgbClr val="BEBEBE"/>
                </a:solidFill>
                <a:latin typeface="Calibri"/>
                <a:cs typeface="Calibri"/>
              </a:rPr>
              <a:t>5000</a:t>
            </a:r>
            <a:endParaRPr sz="1200">
              <a:latin typeface="Calibri"/>
              <a:cs typeface="Calibri"/>
            </a:endParaRPr>
          </a:p>
          <a:p>
            <a:pPr algn="r" marR="5080">
              <a:lnSpc>
                <a:spcPts val="1355"/>
              </a:lnSpc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7476745" y="2178446"/>
            <a:ext cx="96520" cy="462280"/>
            <a:chOff x="7476745" y="2178446"/>
            <a:chExt cx="96520" cy="462280"/>
          </a:xfrm>
        </p:grpSpPr>
        <p:sp>
          <p:nvSpPr>
            <p:cNvPr id="58" name="object 58" descr=""/>
            <p:cNvSpPr/>
            <p:nvPr/>
          </p:nvSpPr>
          <p:spPr>
            <a:xfrm>
              <a:off x="7481507" y="2183208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0" y="0"/>
                  </a:moveTo>
                  <a:lnTo>
                    <a:pt x="86400" y="0"/>
                  </a:lnTo>
                  <a:lnTo>
                    <a:pt x="86400" y="86398"/>
                  </a:lnTo>
                  <a:lnTo>
                    <a:pt x="0" y="863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481507" y="2366088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0" y="0"/>
                  </a:moveTo>
                  <a:lnTo>
                    <a:pt x="86400" y="0"/>
                  </a:lnTo>
                  <a:lnTo>
                    <a:pt x="86400" y="86398"/>
                  </a:lnTo>
                  <a:lnTo>
                    <a:pt x="0" y="863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9881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481507" y="2548972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0" y="0"/>
                  </a:moveTo>
                  <a:lnTo>
                    <a:pt x="86400" y="0"/>
                  </a:lnTo>
                  <a:lnTo>
                    <a:pt x="86400" y="86398"/>
                  </a:lnTo>
                  <a:lnTo>
                    <a:pt x="0" y="863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318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7628383" y="2112515"/>
            <a:ext cx="2781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139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EBEBE"/>
                </a:solidFill>
                <a:latin typeface="Calibri"/>
                <a:cs typeface="Calibri"/>
              </a:rPr>
              <a:t>F M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200" spc="-25">
                <a:solidFill>
                  <a:srgbClr val="BEBEBE"/>
                </a:solidFill>
                <a:latin typeface="Calibri"/>
                <a:cs typeface="Calibri"/>
              </a:rPr>
              <a:t>XNA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Bivariate</a:t>
            </a:r>
            <a:r>
              <a:rPr dirty="0" spc="-95"/>
              <a:t> </a:t>
            </a:r>
            <a:r>
              <a:rPr dirty="0" spc="-10"/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09835" y="816000"/>
            <a:ext cx="6826250" cy="3295650"/>
            <a:chOff x="909835" y="816000"/>
            <a:chExt cx="6826250" cy="32956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835" y="816000"/>
              <a:ext cx="6826249" cy="32956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832311" y="2904540"/>
              <a:ext cx="5344160" cy="0"/>
            </a:xfrm>
            <a:custGeom>
              <a:avLst/>
              <a:gdLst/>
              <a:ahLst/>
              <a:cxnLst/>
              <a:rect l="l" t="t" r="r" b="b"/>
              <a:pathLst>
                <a:path w="5344159" h="0">
                  <a:moveTo>
                    <a:pt x="0" y="0"/>
                  </a:moveTo>
                  <a:lnTo>
                    <a:pt x="534383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32311" y="1227759"/>
              <a:ext cx="5344160" cy="1397635"/>
            </a:xfrm>
            <a:custGeom>
              <a:avLst/>
              <a:gdLst/>
              <a:ahLst/>
              <a:cxnLst/>
              <a:rect l="l" t="t" r="r" b="b"/>
              <a:pathLst>
                <a:path w="5344159" h="1397635">
                  <a:moveTo>
                    <a:pt x="0" y="1397317"/>
                  </a:moveTo>
                  <a:lnTo>
                    <a:pt x="102765" y="1397317"/>
                  </a:lnTo>
                </a:path>
                <a:path w="5344159" h="1397635">
                  <a:moveTo>
                    <a:pt x="308297" y="1397317"/>
                  </a:moveTo>
                  <a:lnTo>
                    <a:pt x="513830" y="1397317"/>
                  </a:lnTo>
                </a:path>
                <a:path w="5344159" h="1397635">
                  <a:moveTo>
                    <a:pt x="719367" y="1397317"/>
                  </a:moveTo>
                  <a:lnTo>
                    <a:pt x="924891" y="1397317"/>
                  </a:lnTo>
                </a:path>
                <a:path w="5344159" h="1397635">
                  <a:moveTo>
                    <a:pt x="1130428" y="1397317"/>
                  </a:moveTo>
                  <a:lnTo>
                    <a:pt x="1335952" y="1397317"/>
                  </a:lnTo>
                </a:path>
                <a:path w="5344159" h="1397635">
                  <a:moveTo>
                    <a:pt x="1541489" y="1397317"/>
                  </a:moveTo>
                  <a:lnTo>
                    <a:pt x="1747025" y="1397317"/>
                  </a:lnTo>
                </a:path>
                <a:path w="5344159" h="1397635">
                  <a:moveTo>
                    <a:pt x="1952550" y="1397317"/>
                  </a:moveTo>
                  <a:lnTo>
                    <a:pt x="2158086" y="1397317"/>
                  </a:lnTo>
                </a:path>
                <a:path w="5344159" h="1397635">
                  <a:moveTo>
                    <a:pt x="2363623" y="1397317"/>
                  </a:moveTo>
                  <a:lnTo>
                    <a:pt x="2569147" y="1397317"/>
                  </a:lnTo>
                </a:path>
                <a:path w="5344159" h="1397635">
                  <a:moveTo>
                    <a:pt x="2774684" y="1397317"/>
                  </a:moveTo>
                  <a:lnTo>
                    <a:pt x="2980208" y="1397317"/>
                  </a:lnTo>
                </a:path>
                <a:path w="5344159" h="1397635">
                  <a:moveTo>
                    <a:pt x="3185745" y="1397317"/>
                  </a:moveTo>
                  <a:lnTo>
                    <a:pt x="3391282" y="1397317"/>
                  </a:lnTo>
                </a:path>
                <a:path w="5344159" h="1397635">
                  <a:moveTo>
                    <a:pt x="3596806" y="1397317"/>
                  </a:moveTo>
                  <a:lnTo>
                    <a:pt x="3802343" y="1397317"/>
                  </a:lnTo>
                </a:path>
                <a:path w="5344159" h="1397635">
                  <a:moveTo>
                    <a:pt x="4007879" y="1397317"/>
                  </a:moveTo>
                  <a:lnTo>
                    <a:pt x="4213404" y="1397317"/>
                  </a:lnTo>
                </a:path>
                <a:path w="5344159" h="1397635">
                  <a:moveTo>
                    <a:pt x="4418940" y="1397317"/>
                  </a:moveTo>
                  <a:lnTo>
                    <a:pt x="4624464" y="1397317"/>
                  </a:lnTo>
                </a:path>
                <a:path w="5344159" h="1397635">
                  <a:moveTo>
                    <a:pt x="4830001" y="1397317"/>
                  </a:moveTo>
                  <a:lnTo>
                    <a:pt x="5035538" y="1397317"/>
                  </a:lnTo>
                </a:path>
                <a:path w="5344159" h="1397635">
                  <a:moveTo>
                    <a:pt x="5241062" y="1397317"/>
                  </a:moveTo>
                  <a:lnTo>
                    <a:pt x="5343831" y="1397317"/>
                  </a:lnTo>
                </a:path>
                <a:path w="5344159" h="1397635">
                  <a:moveTo>
                    <a:pt x="0" y="1117853"/>
                  </a:moveTo>
                  <a:lnTo>
                    <a:pt x="102765" y="1117853"/>
                  </a:lnTo>
                </a:path>
                <a:path w="5344159" h="1397635">
                  <a:moveTo>
                    <a:pt x="308297" y="1117853"/>
                  </a:moveTo>
                  <a:lnTo>
                    <a:pt x="513830" y="1117853"/>
                  </a:lnTo>
                </a:path>
                <a:path w="5344159" h="1397635">
                  <a:moveTo>
                    <a:pt x="719367" y="1117853"/>
                  </a:moveTo>
                  <a:lnTo>
                    <a:pt x="924891" y="1117853"/>
                  </a:lnTo>
                </a:path>
                <a:path w="5344159" h="1397635">
                  <a:moveTo>
                    <a:pt x="1130428" y="1117853"/>
                  </a:moveTo>
                  <a:lnTo>
                    <a:pt x="1335952" y="1117853"/>
                  </a:lnTo>
                </a:path>
                <a:path w="5344159" h="1397635">
                  <a:moveTo>
                    <a:pt x="1541489" y="1117853"/>
                  </a:moveTo>
                  <a:lnTo>
                    <a:pt x="1747025" y="1117853"/>
                  </a:lnTo>
                </a:path>
                <a:path w="5344159" h="1397635">
                  <a:moveTo>
                    <a:pt x="1952550" y="1117853"/>
                  </a:moveTo>
                  <a:lnTo>
                    <a:pt x="2158086" y="1117853"/>
                  </a:lnTo>
                </a:path>
                <a:path w="5344159" h="1397635">
                  <a:moveTo>
                    <a:pt x="2363623" y="1117853"/>
                  </a:moveTo>
                  <a:lnTo>
                    <a:pt x="2569147" y="1117853"/>
                  </a:lnTo>
                </a:path>
                <a:path w="5344159" h="1397635">
                  <a:moveTo>
                    <a:pt x="2774684" y="1117853"/>
                  </a:moveTo>
                  <a:lnTo>
                    <a:pt x="2980208" y="1117853"/>
                  </a:lnTo>
                </a:path>
                <a:path w="5344159" h="1397635">
                  <a:moveTo>
                    <a:pt x="3185745" y="1117853"/>
                  </a:moveTo>
                  <a:lnTo>
                    <a:pt x="3391282" y="1117853"/>
                  </a:lnTo>
                </a:path>
                <a:path w="5344159" h="1397635">
                  <a:moveTo>
                    <a:pt x="3596806" y="1117853"/>
                  </a:moveTo>
                  <a:lnTo>
                    <a:pt x="3802343" y="1117853"/>
                  </a:lnTo>
                </a:path>
                <a:path w="5344159" h="1397635">
                  <a:moveTo>
                    <a:pt x="4007879" y="1117853"/>
                  </a:moveTo>
                  <a:lnTo>
                    <a:pt x="4213404" y="1117853"/>
                  </a:lnTo>
                </a:path>
                <a:path w="5344159" h="1397635">
                  <a:moveTo>
                    <a:pt x="4418940" y="1117853"/>
                  </a:moveTo>
                  <a:lnTo>
                    <a:pt x="4624464" y="1117853"/>
                  </a:lnTo>
                </a:path>
                <a:path w="5344159" h="1397635">
                  <a:moveTo>
                    <a:pt x="4830001" y="1117853"/>
                  </a:moveTo>
                  <a:lnTo>
                    <a:pt x="5035538" y="1117853"/>
                  </a:lnTo>
                </a:path>
                <a:path w="5344159" h="1397635">
                  <a:moveTo>
                    <a:pt x="5241062" y="1117853"/>
                  </a:moveTo>
                  <a:lnTo>
                    <a:pt x="5343831" y="1117853"/>
                  </a:lnTo>
                </a:path>
                <a:path w="5344159" h="1397635">
                  <a:moveTo>
                    <a:pt x="0" y="838390"/>
                  </a:moveTo>
                  <a:lnTo>
                    <a:pt x="513830" y="838390"/>
                  </a:lnTo>
                </a:path>
                <a:path w="5344159" h="1397635">
                  <a:moveTo>
                    <a:pt x="719367" y="838390"/>
                  </a:moveTo>
                  <a:lnTo>
                    <a:pt x="924891" y="838390"/>
                  </a:lnTo>
                </a:path>
                <a:path w="5344159" h="1397635">
                  <a:moveTo>
                    <a:pt x="1130428" y="838390"/>
                  </a:moveTo>
                  <a:lnTo>
                    <a:pt x="1335952" y="838390"/>
                  </a:lnTo>
                </a:path>
                <a:path w="5344159" h="1397635">
                  <a:moveTo>
                    <a:pt x="1541489" y="838390"/>
                  </a:moveTo>
                  <a:lnTo>
                    <a:pt x="1747025" y="838390"/>
                  </a:lnTo>
                </a:path>
                <a:path w="5344159" h="1397635">
                  <a:moveTo>
                    <a:pt x="1952550" y="838390"/>
                  </a:moveTo>
                  <a:lnTo>
                    <a:pt x="2158086" y="838390"/>
                  </a:lnTo>
                </a:path>
                <a:path w="5344159" h="1397635">
                  <a:moveTo>
                    <a:pt x="2363623" y="838390"/>
                  </a:moveTo>
                  <a:lnTo>
                    <a:pt x="2569147" y="838390"/>
                  </a:lnTo>
                </a:path>
                <a:path w="5344159" h="1397635">
                  <a:moveTo>
                    <a:pt x="2774684" y="838390"/>
                  </a:moveTo>
                  <a:lnTo>
                    <a:pt x="2980208" y="838390"/>
                  </a:lnTo>
                </a:path>
                <a:path w="5344159" h="1397635">
                  <a:moveTo>
                    <a:pt x="3185745" y="838390"/>
                  </a:moveTo>
                  <a:lnTo>
                    <a:pt x="3391282" y="838390"/>
                  </a:lnTo>
                </a:path>
                <a:path w="5344159" h="1397635">
                  <a:moveTo>
                    <a:pt x="3596806" y="838390"/>
                  </a:moveTo>
                  <a:lnTo>
                    <a:pt x="3802343" y="838390"/>
                  </a:lnTo>
                </a:path>
                <a:path w="5344159" h="1397635">
                  <a:moveTo>
                    <a:pt x="4007879" y="838390"/>
                  </a:moveTo>
                  <a:lnTo>
                    <a:pt x="4213404" y="838390"/>
                  </a:lnTo>
                </a:path>
                <a:path w="5344159" h="1397635">
                  <a:moveTo>
                    <a:pt x="4418940" y="838390"/>
                  </a:moveTo>
                  <a:lnTo>
                    <a:pt x="4624464" y="838390"/>
                  </a:lnTo>
                </a:path>
                <a:path w="5344159" h="1397635">
                  <a:moveTo>
                    <a:pt x="4830001" y="838390"/>
                  </a:moveTo>
                  <a:lnTo>
                    <a:pt x="5343831" y="838390"/>
                  </a:lnTo>
                </a:path>
                <a:path w="5344159" h="1397635">
                  <a:moveTo>
                    <a:pt x="0" y="558926"/>
                  </a:moveTo>
                  <a:lnTo>
                    <a:pt x="513830" y="558926"/>
                  </a:lnTo>
                </a:path>
                <a:path w="5344159" h="1397635">
                  <a:moveTo>
                    <a:pt x="719367" y="558926"/>
                  </a:moveTo>
                  <a:lnTo>
                    <a:pt x="924891" y="558926"/>
                  </a:lnTo>
                </a:path>
                <a:path w="5344159" h="1397635">
                  <a:moveTo>
                    <a:pt x="1130428" y="558926"/>
                  </a:moveTo>
                  <a:lnTo>
                    <a:pt x="1335952" y="558926"/>
                  </a:lnTo>
                </a:path>
                <a:path w="5344159" h="1397635">
                  <a:moveTo>
                    <a:pt x="1541489" y="558926"/>
                  </a:moveTo>
                  <a:lnTo>
                    <a:pt x="1747025" y="558926"/>
                  </a:lnTo>
                </a:path>
                <a:path w="5344159" h="1397635">
                  <a:moveTo>
                    <a:pt x="1952550" y="558926"/>
                  </a:moveTo>
                  <a:lnTo>
                    <a:pt x="2158086" y="558926"/>
                  </a:lnTo>
                </a:path>
                <a:path w="5344159" h="1397635">
                  <a:moveTo>
                    <a:pt x="2363623" y="558926"/>
                  </a:moveTo>
                  <a:lnTo>
                    <a:pt x="2569147" y="558926"/>
                  </a:lnTo>
                </a:path>
                <a:path w="5344159" h="1397635">
                  <a:moveTo>
                    <a:pt x="2774684" y="558926"/>
                  </a:moveTo>
                  <a:lnTo>
                    <a:pt x="2980208" y="558926"/>
                  </a:lnTo>
                </a:path>
                <a:path w="5344159" h="1397635">
                  <a:moveTo>
                    <a:pt x="3185745" y="558926"/>
                  </a:moveTo>
                  <a:lnTo>
                    <a:pt x="3391282" y="558926"/>
                  </a:lnTo>
                </a:path>
                <a:path w="5344159" h="1397635">
                  <a:moveTo>
                    <a:pt x="3596806" y="558926"/>
                  </a:moveTo>
                  <a:lnTo>
                    <a:pt x="3802343" y="558926"/>
                  </a:lnTo>
                </a:path>
                <a:path w="5344159" h="1397635">
                  <a:moveTo>
                    <a:pt x="4007879" y="558926"/>
                  </a:moveTo>
                  <a:lnTo>
                    <a:pt x="4213404" y="558926"/>
                  </a:lnTo>
                </a:path>
                <a:path w="5344159" h="1397635">
                  <a:moveTo>
                    <a:pt x="4418940" y="558926"/>
                  </a:moveTo>
                  <a:lnTo>
                    <a:pt x="4624464" y="558926"/>
                  </a:lnTo>
                </a:path>
                <a:path w="5344159" h="1397635">
                  <a:moveTo>
                    <a:pt x="4830001" y="558926"/>
                  </a:moveTo>
                  <a:lnTo>
                    <a:pt x="5343831" y="558926"/>
                  </a:lnTo>
                </a:path>
                <a:path w="5344159" h="1397635">
                  <a:moveTo>
                    <a:pt x="0" y="279463"/>
                  </a:moveTo>
                  <a:lnTo>
                    <a:pt x="924891" y="279463"/>
                  </a:lnTo>
                </a:path>
                <a:path w="5344159" h="1397635">
                  <a:moveTo>
                    <a:pt x="1130428" y="279463"/>
                  </a:moveTo>
                  <a:lnTo>
                    <a:pt x="1335952" y="279463"/>
                  </a:lnTo>
                </a:path>
                <a:path w="5344159" h="1397635">
                  <a:moveTo>
                    <a:pt x="1541489" y="279463"/>
                  </a:moveTo>
                  <a:lnTo>
                    <a:pt x="1747025" y="279463"/>
                  </a:lnTo>
                </a:path>
                <a:path w="5344159" h="1397635">
                  <a:moveTo>
                    <a:pt x="1952550" y="279463"/>
                  </a:moveTo>
                  <a:lnTo>
                    <a:pt x="3802343" y="279463"/>
                  </a:lnTo>
                </a:path>
                <a:path w="5344159" h="1397635">
                  <a:moveTo>
                    <a:pt x="4007879" y="279463"/>
                  </a:moveTo>
                  <a:lnTo>
                    <a:pt x="4624464" y="279463"/>
                  </a:lnTo>
                </a:path>
                <a:path w="5344159" h="1397635">
                  <a:moveTo>
                    <a:pt x="4830001" y="279463"/>
                  </a:moveTo>
                  <a:lnTo>
                    <a:pt x="5343831" y="279463"/>
                  </a:lnTo>
                </a:path>
                <a:path w="5344159" h="1397635">
                  <a:moveTo>
                    <a:pt x="0" y="0"/>
                  </a:moveTo>
                  <a:lnTo>
                    <a:pt x="4624464" y="0"/>
                  </a:lnTo>
                </a:path>
                <a:path w="5344159" h="1397635">
                  <a:moveTo>
                    <a:pt x="4830001" y="0"/>
                  </a:moveTo>
                  <a:lnTo>
                    <a:pt x="534383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32311" y="948296"/>
              <a:ext cx="5344160" cy="0"/>
            </a:xfrm>
            <a:custGeom>
              <a:avLst/>
              <a:gdLst/>
              <a:ahLst/>
              <a:cxnLst/>
              <a:rect l="l" t="t" r="r" b="b"/>
              <a:pathLst>
                <a:path w="5344159" h="0">
                  <a:moveTo>
                    <a:pt x="0" y="0"/>
                  </a:moveTo>
                  <a:lnTo>
                    <a:pt x="534383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5077" y="2129421"/>
              <a:ext cx="205531" cy="76559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142" y="1669592"/>
              <a:ext cx="205536" cy="122542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7203" y="1367154"/>
              <a:ext cx="205536" cy="152786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8263" y="1261935"/>
              <a:ext cx="205536" cy="163308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79337" y="1292237"/>
              <a:ext cx="205524" cy="160277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0398" y="1603222"/>
              <a:ext cx="205536" cy="129179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1459" y="1646948"/>
              <a:ext cx="205536" cy="124806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12520" y="1672640"/>
              <a:ext cx="205536" cy="122237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593" y="1560563"/>
              <a:ext cx="205524" cy="133445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34654" y="1332560"/>
              <a:ext cx="205536" cy="156245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45715" y="1572247"/>
              <a:ext cx="205536" cy="132276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56776" y="1170431"/>
              <a:ext cx="205536" cy="1724583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67850" y="2118563"/>
              <a:ext cx="205524" cy="776452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832311" y="2904540"/>
              <a:ext cx="5344160" cy="0"/>
            </a:xfrm>
            <a:custGeom>
              <a:avLst/>
              <a:gdLst/>
              <a:ahLst/>
              <a:cxnLst/>
              <a:rect l="l" t="t" r="r" b="b"/>
              <a:pathLst>
                <a:path w="5344159" h="0">
                  <a:moveTo>
                    <a:pt x="0" y="0"/>
                  </a:moveTo>
                  <a:lnTo>
                    <a:pt x="5343831" y="0"/>
                  </a:lnTo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25955" y="2898203"/>
              <a:ext cx="5356860" cy="12700"/>
            </a:xfrm>
            <a:custGeom>
              <a:avLst/>
              <a:gdLst/>
              <a:ahLst/>
              <a:cxnLst/>
              <a:rect l="l" t="t" r="r" b="b"/>
              <a:pathLst>
                <a:path w="5356859" h="12700">
                  <a:moveTo>
                    <a:pt x="12700" y="6337"/>
                  </a:moveTo>
                  <a:lnTo>
                    <a:pt x="10845" y="1854"/>
                  </a:lnTo>
                  <a:lnTo>
                    <a:pt x="6350" y="0"/>
                  </a:lnTo>
                  <a:lnTo>
                    <a:pt x="1854" y="1854"/>
                  </a:lnTo>
                  <a:lnTo>
                    <a:pt x="0" y="6337"/>
                  </a:lnTo>
                  <a:lnTo>
                    <a:pt x="1854" y="10833"/>
                  </a:lnTo>
                  <a:lnTo>
                    <a:pt x="6350" y="12687"/>
                  </a:lnTo>
                  <a:lnTo>
                    <a:pt x="10845" y="10833"/>
                  </a:lnTo>
                  <a:lnTo>
                    <a:pt x="12700" y="6337"/>
                  </a:lnTo>
                  <a:close/>
                </a:path>
                <a:path w="5356859" h="12700">
                  <a:moveTo>
                    <a:pt x="423760" y="6337"/>
                  </a:moveTo>
                  <a:lnTo>
                    <a:pt x="421906" y="1854"/>
                  </a:lnTo>
                  <a:lnTo>
                    <a:pt x="417410" y="0"/>
                  </a:lnTo>
                  <a:lnTo>
                    <a:pt x="412927" y="1854"/>
                  </a:lnTo>
                  <a:lnTo>
                    <a:pt x="411060" y="6337"/>
                  </a:lnTo>
                  <a:lnTo>
                    <a:pt x="412927" y="10833"/>
                  </a:lnTo>
                  <a:lnTo>
                    <a:pt x="417410" y="12687"/>
                  </a:lnTo>
                  <a:lnTo>
                    <a:pt x="421906" y="10833"/>
                  </a:lnTo>
                  <a:lnTo>
                    <a:pt x="423760" y="6337"/>
                  </a:lnTo>
                  <a:close/>
                </a:path>
                <a:path w="5356859" h="12700">
                  <a:moveTo>
                    <a:pt x="834821" y="6337"/>
                  </a:moveTo>
                  <a:lnTo>
                    <a:pt x="832967" y="1854"/>
                  </a:lnTo>
                  <a:lnTo>
                    <a:pt x="828471" y="0"/>
                  </a:lnTo>
                  <a:lnTo>
                    <a:pt x="823988" y="1854"/>
                  </a:lnTo>
                  <a:lnTo>
                    <a:pt x="822121" y="6337"/>
                  </a:lnTo>
                  <a:lnTo>
                    <a:pt x="823988" y="10833"/>
                  </a:lnTo>
                  <a:lnTo>
                    <a:pt x="828471" y="12687"/>
                  </a:lnTo>
                  <a:lnTo>
                    <a:pt x="832967" y="10833"/>
                  </a:lnTo>
                  <a:lnTo>
                    <a:pt x="834821" y="6337"/>
                  </a:lnTo>
                  <a:close/>
                </a:path>
                <a:path w="5356859" h="12700">
                  <a:moveTo>
                    <a:pt x="1245895" y="6337"/>
                  </a:moveTo>
                  <a:lnTo>
                    <a:pt x="1244041" y="1854"/>
                  </a:lnTo>
                  <a:lnTo>
                    <a:pt x="1239545" y="0"/>
                  </a:lnTo>
                  <a:lnTo>
                    <a:pt x="1235062" y="1854"/>
                  </a:lnTo>
                  <a:lnTo>
                    <a:pt x="1233195" y="6337"/>
                  </a:lnTo>
                  <a:lnTo>
                    <a:pt x="1235062" y="10833"/>
                  </a:lnTo>
                  <a:lnTo>
                    <a:pt x="1239545" y="12687"/>
                  </a:lnTo>
                  <a:lnTo>
                    <a:pt x="1244041" y="10833"/>
                  </a:lnTo>
                  <a:lnTo>
                    <a:pt x="1245895" y="6337"/>
                  </a:lnTo>
                  <a:close/>
                </a:path>
                <a:path w="5356859" h="12700">
                  <a:moveTo>
                    <a:pt x="1656956" y="6337"/>
                  </a:moveTo>
                  <a:lnTo>
                    <a:pt x="1655102" y="1854"/>
                  </a:lnTo>
                  <a:lnTo>
                    <a:pt x="1650606" y="0"/>
                  </a:lnTo>
                  <a:lnTo>
                    <a:pt x="1646123" y="1854"/>
                  </a:lnTo>
                  <a:lnTo>
                    <a:pt x="1644256" y="6337"/>
                  </a:lnTo>
                  <a:lnTo>
                    <a:pt x="1646123" y="10833"/>
                  </a:lnTo>
                  <a:lnTo>
                    <a:pt x="1650606" y="12687"/>
                  </a:lnTo>
                  <a:lnTo>
                    <a:pt x="1655102" y="10833"/>
                  </a:lnTo>
                  <a:lnTo>
                    <a:pt x="1656956" y="6337"/>
                  </a:lnTo>
                  <a:close/>
                </a:path>
                <a:path w="5356859" h="12700">
                  <a:moveTo>
                    <a:pt x="2068017" y="6337"/>
                  </a:moveTo>
                  <a:lnTo>
                    <a:pt x="2066163" y="1854"/>
                  </a:lnTo>
                  <a:lnTo>
                    <a:pt x="2061667" y="0"/>
                  </a:lnTo>
                  <a:lnTo>
                    <a:pt x="2057184" y="1854"/>
                  </a:lnTo>
                  <a:lnTo>
                    <a:pt x="2055317" y="6337"/>
                  </a:lnTo>
                  <a:lnTo>
                    <a:pt x="2057184" y="10833"/>
                  </a:lnTo>
                  <a:lnTo>
                    <a:pt x="2061667" y="12687"/>
                  </a:lnTo>
                  <a:lnTo>
                    <a:pt x="2066163" y="10833"/>
                  </a:lnTo>
                  <a:lnTo>
                    <a:pt x="2068017" y="6337"/>
                  </a:lnTo>
                  <a:close/>
                </a:path>
                <a:path w="5356859" h="12700">
                  <a:moveTo>
                    <a:pt x="2479078" y="6337"/>
                  </a:moveTo>
                  <a:lnTo>
                    <a:pt x="2477224" y="1854"/>
                  </a:lnTo>
                  <a:lnTo>
                    <a:pt x="2472728" y="0"/>
                  </a:lnTo>
                  <a:lnTo>
                    <a:pt x="2468245" y="1854"/>
                  </a:lnTo>
                  <a:lnTo>
                    <a:pt x="2466378" y="6337"/>
                  </a:lnTo>
                  <a:lnTo>
                    <a:pt x="2468245" y="10833"/>
                  </a:lnTo>
                  <a:lnTo>
                    <a:pt x="2472728" y="12687"/>
                  </a:lnTo>
                  <a:lnTo>
                    <a:pt x="2477224" y="10833"/>
                  </a:lnTo>
                  <a:lnTo>
                    <a:pt x="2479078" y="6337"/>
                  </a:lnTo>
                  <a:close/>
                </a:path>
                <a:path w="5356859" h="12700">
                  <a:moveTo>
                    <a:pt x="2890151" y="6337"/>
                  </a:moveTo>
                  <a:lnTo>
                    <a:pt x="2888297" y="1854"/>
                  </a:lnTo>
                  <a:lnTo>
                    <a:pt x="2883801" y="0"/>
                  </a:lnTo>
                  <a:lnTo>
                    <a:pt x="2879318" y="1854"/>
                  </a:lnTo>
                  <a:lnTo>
                    <a:pt x="2877451" y="6337"/>
                  </a:lnTo>
                  <a:lnTo>
                    <a:pt x="2879318" y="10833"/>
                  </a:lnTo>
                  <a:lnTo>
                    <a:pt x="2883801" y="12687"/>
                  </a:lnTo>
                  <a:lnTo>
                    <a:pt x="2888297" y="10833"/>
                  </a:lnTo>
                  <a:lnTo>
                    <a:pt x="2890151" y="6337"/>
                  </a:lnTo>
                  <a:close/>
                </a:path>
                <a:path w="5356859" h="12700">
                  <a:moveTo>
                    <a:pt x="3301212" y="6337"/>
                  </a:moveTo>
                  <a:lnTo>
                    <a:pt x="3299358" y="1854"/>
                  </a:lnTo>
                  <a:lnTo>
                    <a:pt x="3294862" y="0"/>
                  </a:lnTo>
                  <a:lnTo>
                    <a:pt x="3290379" y="1854"/>
                  </a:lnTo>
                  <a:lnTo>
                    <a:pt x="3288512" y="6337"/>
                  </a:lnTo>
                  <a:lnTo>
                    <a:pt x="3290379" y="10833"/>
                  </a:lnTo>
                  <a:lnTo>
                    <a:pt x="3294862" y="12687"/>
                  </a:lnTo>
                  <a:lnTo>
                    <a:pt x="3299358" y="10833"/>
                  </a:lnTo>
                  <a:lnTo>
                    <a:pt x="3301212" y="6337"/>
                  </a:lnTo>
                  <a:close/>
                </a:path>
                <a:path w="5356859" h="12700">
                  <a:moveTo>
                    <a:pt x="3712273" y="6337"/>
                  </a:moveTo>
                  <a:lnTo>
                    <a:pt x="3710419" y="1854"/>
                  </a:lnTo>
                  <a:lnTo>
                    <a:pt x="3705923" y="0"/>
                  </a:lnTo>
                  <a:lnTo>
                    <a:pt x="3701440" y="1854"/>
                  </a:lnTo>
                  <a:lnTo>
                    <a:pt x="3699573" y="6337"/>
                  </a:lnTo>
                  <a:lnTo>
                    <a:pt x="3701440" y="10833"/>
                  </a:lnTo>
                  <a:lnTo>
                    <a:pt x="3705923" y="12687"/>
                  </a:lnTo>
                  <a:lnTo>
                    <a:pt x="3710419" y="10833"/>
                  </a:lnTo>
                  <a:lnTo>
                    <a:pt x="3712273" y="6337"/>
                  </a:lnTo>
                  <a:close/>
                </a:path>
                <a:path w="5356859" h="12700">
                  <a:moveTo>
                    <a:pt x="4123334" y="6337"/>
                  </a:moveTo>
                  <a:lnTo>
                    <a:pt x="4121480" y="1854"/>
                  </a:lnTo>
                  <a:lnTo>
                    <a:pt x="4116984" y="0"/>
                  </a:lnTo>
                  <a:lnTo>
                    <a:pt x="4112501" y="1854"/>
                  </a:lnTo>
                  <a:lnTo>
                    <a:pt x="4110634" y="6337"/>
                  </a:lnTo>
                  <a:lnTo>
                    <a:pt x="4112501" y="10833"/>
                  </a:lnTo>
                  <a:lnTo>
                    <a:pt x="4116984" y="12687"/>
                  </a:lnTo>
                  <a:lnTo>
                    <a:pt x="4121480" y="10833"/>
                  </a:lnTo>
                  <a:lnTo>
                    <a:pt x="4123334" y="6337"/>
                  </a:lnTo>
                  <a:close/>
                </a:path>
                <a:path w="5356859" h="12700">
                  <a:moveTo>
                    <a:pt x="4534408" y="6337"/>
                  </a:moveTo>
                  <a:lnTo>
                    <a:pt x="4532554" y="1854"/>
                  </a:lnTo>
                  <a:lnTo>
                    <a:pt x="4528058" y="0"/>
                  </a:lnTo>
                  <a:lnTo>
                    <a:pt x="4523575" y="1854"/>
                  </a:lnTo>
                  <a:lnTo>
                    <a:pt x="4521708" y="6337"/>
                  </a:lnTo>
                  <a:lnTo>
                    <a:pt x="4523575" y="10833"/>
                  </a:lnTo>
                  <a:lnTo>
                    <a:pt x="4528058" y="12687"/>
                  </a:lnTo>
                  <a:lnTo>
                    <a:pt x="4532554" y="10833"/>
                  </a:lnTo>
                  <a:lnTo>
                    <a:pt x="4534408" y="6337"/>
                  </a:lnTo>
                  <a:close/>
                </a:path>
                <a:path w="5356859" h="12700">
                  <a:moveTo>
                    <a:pt x="4945469" y="6337"/>
                  </a:moveTo>
                  <a:lnTo>
                    <a:pt x="4943614" y="1854"/>
                  </a:lnTo>
                  <a:lnTo>
                    <a:pt x="4939119" y="0"/>
                  </a:lnTo>
                  <a:lnTo>
                    <a:pt x="4934636" y="1854"/>
                  </a:lnTo>
                  <a:lnTo>
                    <a:pt x="4932769" y="6337"/>
                  </a:lnTo>
                  <a:lnTo>
                    <a:pt x="4934636" y="10833"/>
                  </a:lnTo>
                  <a:lnTo>
                    <a:pt x="4939119" y="12687"/>
                  </a:lnTo>
                  <a:lnTo>
                    <a:pt x="4943614" y="10833"/>
                  </a:lnTo>
                  <a:lnTo>
                    <a:pt x="4945469" y="6337"/>
                  </a:lnTo>
                  <a:close/>
                </a:path>
                <a:path w="5356859" h="12700">
                  <a:moveTo>
                    <a:pt x="5356530" y="6337"/>
                  </a:moveTo>
                  <a:lnTo>
                    <a:pt x="5354675" y="1854"/>
                  </a:lnTo>
                  <a:lnTo>
                    <a:pt x="5350180" y="0"/>
                  </a:lnTo>
                  <a:lnTo>
                    <a:pt x="5345696" y="1854"/>
                  </a:lnTo>
                  <a:lnTo>
                    <a:pt x="5343830" y="6337"/>
                  </a:lnTo>
                  <a:lnTo>
                    <a:pt x="5345696" y="10833"/>
                  </a:lnTo>
                  <a:lnTo>
                    <a:pt x="5350180" y="12687"/>
                  </a:lnTo>
                  <a:lnTo>
                    <a:pt x="5354675" y="10833"/>
                  </a:lnTo>
                  <a:lnTo>
                    <a:pt x="5356530" y="63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982160" y="3812362"/>
            <a:ext cx="1071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D9D9D9"/>
                </a:solidFill>
                <a:latin typeface="Calibri"/>
                <a:cs typeface="Calibri"/>
              </a:rPr>
              <a:t>AMT_INCOME_TOTAL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 rot="18900000">
            <a:off x="1682084" y="3122278"/>
            <a:ext cx="45465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0-250000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 rot="18900000">
            <a:off x="1848831" y="3224856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250000-500000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 rot="18900000">
            <a:off x="2259904" y="3224856"/>
            <a:ext cx="73788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500000-750000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 rot="18900000">
            <a:off x="2621849" y="3245372"/>
            <a:ext cx="79502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750000-1000000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 rot="18900000">
            <a:off x="2983765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1000000-1250000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 rot="18900000">
            <a:off x="3394826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1250000-1500000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 rot="18900000">
            <a:off x="3805900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1500000-1750000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 rot="18900000">
            <a:off x="4216961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1750000-2000000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 rot="18900000">
            <a:off x="4628022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2000000-2250000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 rot="18900000">
            <a:off x="5039083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2250000-2500000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 rot="18900000">
            <a:off x="5450156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3500000-3750000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 rot="18900000">
            <a:off x="5861217" y="3265886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3750000-4000000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 rot="18900000">
            <a:off x="6075364" y="3347949"/>
            <a:ext cx="1082377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116750000-117000000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122687" y="1620931"/>
            <a:ext cx="139700" cy="6477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 b="1">
                <a:solidFill>
                  <a:srgbClr val="D9D9D9"/>
                </a:solidFill>
                <a:latin typeface="Calibri"/>
                <a:cs typeface="Calibri"/>
              </a:rPr>
              <a:t>AMT_CREDIT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376986" y="2534678"/>
            <a:ext cx="373380" cy="442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319055" y="857897"/>
            <a:ext cx="430530" cy="1560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1400000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1200000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800000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600000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380878" y="2375230"/>
            <a:ext cx="260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175010" y="2431427"/>
            <a:ext cx="2995295" cy="1399540"/>
            <a:chOff x="7175010" y="2431427"/>
            <a:chExt cx="2995295" cy="1399540"/>
          </a:xfrm>
        </p:grpSpPr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83419" y="2431427"/>
              <a:ext cx="64799" cy="64795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175010" y="3825989"/>
              <a:ext cx="2995295" cy="0"/>
            </a:xfrm>
            <a:custGeom>
              <a:avLst/>
              <a:gdLst/>
              <a:ahLst/>
              <a:cxnLst/>
              <a:rect l="l" t="t" r="r" b="b"/>
              <a:pathLst>
                <a:path w="2995295" h="0">
                  <a:moveTo>
                    <a:pt x="0" y="0"/>
                  </a:moveTo>
                  <a:lnTo>
                    <a:pt x="2995086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7170247" y="4188752"/>
            <a:ext cx="3004820" cy="2275205"/>
            <a:chOff x="7170247" y="4188752"/>
            <a:chExt cx="3004820" cy="2275205"/>
          </a:xfrm>
        </p:grpSpPr>
        <p:sp>
          <p:nvSpPr>
            <p:cNvPr id="45" name="object 45" descr=""/>
            <p:cNvSpPr/>
            <p:nvPr/>
          </p:nvSpPr>
          <p:spPr>
            <a:xfrm>
              <a:off x="7175010" y="6459118"/>
              <a:ext cx="2995295" cy="0"/>
            </a:xfrm>
            <a:custGeom>
              <a:avLst/>
              <a:gdLst/>
              <a:ahLst/>
              <a:cxnLst/>
              <a:rect l="l" t="t" r="r" b="b"/>
              <a:pathLst>
                <a:path w="2995295" h="0">
                  <a:moveTo>
                    <a:pt x="0" y="0"/>
                  </a:moveTo>
                  <a:lnTo>
                    <a:pt x="2995086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175010" y="5330634"/>
              <a:ext cx="2995295" cy="752475"/>
            </a:xfrm>
            <a:custGeom>
              <a:avLst/>
              <a:gdLst/>
              <a:ahLst/>
              <a:cxnLst/>
              <a:rect l="l" t="t" r="r" b="b"/>
              <a:pathLst>
                <a:path w="2995295" h="752475">
                  <a:moveTo>
                    <a:pt x="0" y="752322"/>
                  </a:moveTo>
                  <a:lnTo>
                    <a:pt x="367669" y="752322"/>
                  </a:lnTo>
                </a:path>
                <a:path w="2995295" h="752475">
                  <a:moveTo>
                    <a:pt x="2627408" y="752322"/>
                  </a:moveTo>
                  <a:lnTo>
                    <a:pt x="2995086" y="752322"/>
                  </a:lnTo>
                </a:path>
                <a:path w="2995295" h="752475">
                  <a:moveTo>
                    <a:pt x="2200981" y="752322"/>
                  </a:moveTo>
                  <a:lnTo>
                    <a:pt x="2291633" y="752322"/>
                  </a:lnTo>
                </a:path>
                <a:path w="2995295" h="752475">
                  <a:moveTo>
                    <a:pt x="1129875" y="752322"/>
                  </a:moveTo>
                  <a:lnTo>
                    <a:pt x="1865205" y="752322"/>
                  </a:lnTo>
                </a:path>
                <a:path w="2995295" h="752475">
                  <a:moveTo>
                    <a:pt x="703441" y="752322"/>
                  </a:moveTo>
                  <a:lnTo>
                    <a:pt x="794100" y="752322"/>
                  </a:lnTo>
                </a:path>
                <a:path w="2995295" h="752475">
                  <a:moveTo>
                    <a:pt x="2627408" y="376161"/>
                  </a:moveTo>
                  <a:lnTo>
                    <a:pt x="2995086" y="376161"/>
                  </a:lnTo>
                </a:path>
                <a:path w="2995295" h="752475">
                  <a:moveTo>
                    <a:pt x="0" y="376161"/>
                  </a:moveTo>
                  <a:lnTo>
                    <a:pt x="794100" y="376161"/>
                  </a:lnTo>
                </a:path>
                <a:path w="2995295" h="752475">
                  <a:moveTo>
                    <a:pt x="1129875" y="376161"/>
                  </a:moveTo>
                  <a:lnTo>
                    <a:pt x="2291633" y="376161"/>
                  </a:lnTo>
                </a:path>
                <a:path w="2995295" h="752475">
                  <a:moveTo>
                    <a:pt x="2627408" y="0"/>
                  </a:moveTo>
                  <a:lnTo>
                    <a:pt x="2995086" y="0"/>
                  </a:lnTo>
                </a:path>
                <a:path w="2995295" h="752475">
                  <a:moveTo>
                    <a:pt x="0" y="0"/>
                  </a:moveTo>
                  <a:lnTo>
                    <a:pt x="794100" y="0"/>
                  </a:lnTo>
                </a:path>
                <a:path w="2995295" h="752475">
                  <a:moveTo>
                    <a:pt x="1129875" y="0"/>
                  </a:moveTo>
                  <a:lnTo>
                    <a:pt x="2291633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175010" y="4202150"/>
              <a:ext cx="2995295" cy="752475"/>
            </a:xfrm>
            <a:custGeom>
              <a:avLst/>
              <a:gdLst/>
              <a:ahLst/>
              <a:cxnLst/>
              <a:rect l="l" t="t" r="r" b="b"/>
              <a:pathLst>
                <a:path w="2995295" h="752475">
                  <a:moveTo>
                    <a:pt x="0" y="752322"/>
                  </a:moveTo>
                  <a:lnTo>
                    <a:pt x="794100" y="752322"/>
                  </a:lnTo>
                </a:path>
                <a:path w="2995295" h="752475">
                  <a:moveTo>
                    <a:pt x="1129875" y="752322"/>
                  </a:moveTo>
                  <a:lnTo>
                    <a:pt x="2291633" y="752322"/>
                  </a:lnTo>
                </a:path>
                <a:path w="2995295" h="752475">
                  <a:moveTo>
                    <a:pt x="2627408" y="752322"/>
                  </a:moveTo>
                  <a:lnTo>
                    <a:pt x="2995086" y="752322"/>
                  </a:lnTo>
                </a:path>
                <a:path w="2995295" h="752475">
                  <a:moveTo>
                    <a:pt x="0" y="376161"/>
                  </a:moveTo>
                  <a:lnTo>
                    <a:pt x="794100" y="376161"/>
                  </a:lnTo>
                </a:path>
                <a:path w="2995295" h="752475">
                  <a:moveTo>
                    <a:pt x="1129875" y="376161"/>
                  </a:moveTo>
                  <a:lnTo>
                    <a:pt x="2291633" y="376161"/>
                  </a:lnTo>
                </a:path>
                <a:path w="2995295" h="752475">
                  <a:moveTo>
                    <a:pt x="2627408" y="376161"/>
                  </a:moveTo>
                  <a:lnTo>
                    <a:pt x="2995086" y="376161"/>
                  </a:lnTo>
                </a:path>
                <a:path w="2995295" h="752475">
                  <a:moveTo>
                    <a:pt x="0" y="0"/>
                  </a:moveTo>
                  <a:lnTo>
                    <a:pt x="794100" y="0"/>
                  </a:lnTo>
                </a:path>
                <a:path w="2995295" h="752475">
                  <a:moveTo>
                    <a:pt x="1129875" y="0"/>
                  </a:moveTo>
                  <a:lnTo>
                    <a:pt x="2995086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542670" y="5743117"/>
              <a:ext cx="1833880" cy="706755"/>
            </a:xfrm>
            <a:custGeom>
              <a:avLst/>
              <a:gdLst/>
              <a:ahLst/>
              <a:cxnLst/>
              <a:rect l="l" t="t" r="r" b="b"/>
              <a:pathLst>
                <a:path w="1833879" h="706754">
                  <a:moveTo>
                    <a:pt x="335775" y="80086"/>
                  </a:moveTo>
                  <a:lnTo>
                    <a:pt x="0" y="80086"/>
                  </a:lnTo>
                  <a:lnTo>
                    <a:pt x="0" y="706475"/>
                  </a:lnTo>
                  <a:lnTo>
                    <a:pt x="335775" y="706475"/>
                  </a:lnTo>
                  <a:lnTo>
                    <a:pt x="335775" y="80086"/>
                  </a:lnTo>
                  <a:close/>
                </a:path>
                <a:path w="1833879" h="706754">
                  <a:moveTo>
                    <a:pt x="1833308" y="0"/>
                  </a:moveTo>
                  <a:lnTo>
                    <a:pt x="1497533" y="0"/>
                  </a:lnTo>
                  <a:lnTo>
                    <a:pt x="1497533" y="706475"/>
                  </a:lnTo>
                  <a:lnTo>
                    <a:pt x="1833308" y="706475"/>
                  </a:lnTo>
                  <a:lnTo>
                    <a:pt x="183330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969098" y="4188752"/>
              <a:ext cx="1833880" cy="2261235"/>
            </a:xfrm>
            <a:custGeom>
              <a:avLst/>
              <a:gdLst/>
              <a:ahLst/>
              <a:cxnLst/>
              <a:rect l="l" t="t" r="r" b="b"/>
              <a:pathLst>
                <a:path w="1833879" h="2261235">
                  <a:moveTo>
                    <a:pt x="335775" y="0"/>
                  </a:moveTo>
                  <a:lnTo>
                    <a:pt x="0" y="0"/>
                  </a:lnTo>
                  <a:lnTo>
                    <a:pt x="0" y="2260841"/>
                  </a:lnTo>
                  <a:lnTo>
                    <a:pt x="335775" y="2260841"/>
                  </a:lnTo>
                  <a:lnTo>
                    <a:pt x="335775" y="0"/>
                  </a:lnTo>
                  <a:close/>
                </a:path>
                <a:path w="1833879" h="2261235">
                  <a:moveTo>
                    <a:pt x="1833308" y="180403"/>
                  </a:moveTo>
                  <a:lnTo>
                    <a:pt x="1497533" y="180403"/>
                  </a:lnTo>
                  <a:lnTo>
                    <a:pt x="1497533" y="2260841"/>
                  </a:lnTo>
                  <a:lnTo>
                    <a:pt x="1833308" y="2260841"/>
                  </a:lnTo>
                  <a:lnTo>
                    <a:pt x="1833308" y="180403"/>
                  </a:lnTo>
                  <a:close/>
                </a:path>
              </a:pathLst>
            </a:custGeom>
            <a:solidFill>
              <a:srgbClr val="E988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175010" y="6459118"/>
              <a:ext cx="2995295" cy="0"/>
            </a:xfrm>
            <a:custGeom>
              <a:avLst/>
              <a:gdLst/>
              <a:ahLst/>
              <a:cxnLst/>
              <a:rect l="l" t="t" r="r" b="b"/>
              <a:pathLst>
                <a:path w="2995295" h="0">
                  <a:moveTo>
                    <a:pt x="0" y="0"/>
                  </a:moveTo>
                  <a:lnTo>
                    <a:pt x="2995086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170242" y="6454368"/>
              <a:ext cx="3004820" cy="9525"/>
            </a:xfrm>
            <a:custGeom>
              <a:avLst/>
              <a:gdLst/>
              <a:ahLst/>
              <a:cxnLst/>
              <a:rect l="l" t="t" r="r" b="b"/>
              <a:pathLst>
                <a:path w="3004820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3004820" h="9525">
                  <a:moveTo>
                    <a:pt x="1507058" y="4749"/>
                  </a:moveTo>
                  <a:lnTo>
                    <a:pt x="1505673" y="1384"/>
                  </a:lnTo>
                  <a:lnTo>
                    <a:pt x="1502308" y="0"/>
                  </a:lnTo>
                  <a:lnTo>
                    <a:pt x="1498930" y="1384"/>
                  </a:lnTo>
                  <a:lnTo>
                    <a:pt x="1497545" y="4749"/>
                  </a:lnTo>
                  <a:lnTo>
                    <a:pt x="1498930" y="8128"/>
                  </a:lnTo>
                  <a:lnTo>
                    <a:pt x="1502308" y="9512"/>
                  </a:lnTo>
                  <a:lnTo>
                    <a:pt x="1505673" y="8128"/>
                  </a:lnTo>
                  <a:lnTo>
                    <a:pt x="1507058" y="4749"/>
                  </a:lnTo>
                  <a:close/>
                </a:path>
                <a:path w="3004820" h="9525">
                  <a:moveTo>
                    <a:pt x="3004604" y="4749"/>
                  </a:moveTo>
                  <a:lnTo>
                    <a:pt x="3003219" y="1384"/>
                  </a:lnTo>
                  <a:lnTo>
                    <a:pt x="2999854" y="0"/>
                  </a:lnTo>
                  <a:lnTo>
                    <a:pt x="2996476" y="1384"/>
                  </a:lnTo>
                  <a:lnTo>
                    <a:pt x="2995091" y="4749"/>
                  </a:lnTo>
                  <a:lnTo>
                    <a:pt x="2996476" y="8128"/>
                  </a:lnTo>
                  <a:lnTo>
                    <a:pt x="2999854" y="9512"/>
                  </a:lnTo>
                  <a:lnTo>
                    <a:pt x="3003219" y="8128"/>
                  </a:lnTo>
                  <a:lnTo>
                    <a:pt x="3004604" y="4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7882114" y="653054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9379654" y="653054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719684" y="5616397"/>
            <a:ext cx="373380" cy="915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200000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100000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719684" y="5240235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300000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719684" y="4111752"/>
            <a:ext cx="372745" cy="915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600000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500000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400000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719684" y="3735590"/>
            <a:ext cx="372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700000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10277361" y="5151640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10374820" y="5095443"/>
            <a:ext cx="1578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AMT_INCOME_TOTAL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AMT_CREDIT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10277361" y="5288800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E9881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058" y="1467599"/>
            <a:ext cx="10361295" cy="31629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6865" marR="5080" indent="-304800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>
                <a:solidFill>
                  <a:srgbClr val="29FFFF"/>
                </a:solidFill>
                <a:latin typeface="Calibri"/>
                <a:cs typeface="Calibri"/>
              </a:rPr>
              <a:t>E.</a:t>
            </a:r>
            <a:r>
              <a:rPr dirty="0" sz="2800" spc="-45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Identify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Top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Correlations</a:t>
            </a:r>
            <a:r>
              <a:rPr dirty="0" sz="28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for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Different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Scenarios: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Understanding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correlation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provide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indicators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default.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0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197485" indent="-304800">
              <a:lnSpc>
                <a:spcPts val="302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scenarios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clients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difficulties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cases)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correlations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segmented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functions.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459" y="1453248"/>
            <a:ext cx="10758589" cy="3847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03331" y="4134207"/>
            <a:ext cx="4704715" cy="2743200"/>
            <a:chOff x="7503331" y="4134207"/>
            <a:chExt cx="4704715" cy="2743200"/>
          </a:xfrm>
        </p:grpSpPr>
        <p:sp>
          <p:nvSpPr>
            <p:cNvPr id="3" name="object 3" descr=""/>
            <p:cNvSpPr/>
            <p:nvPr/>
          </p:nvSpPr>
          <p:spPr>
            <a:xfrm>
              <a:off x="7522381" y="4153257"/>
              <a:ext cx="4666615" cy="2705100"/>
            </a:xfrm>
            <a:custGeom>
              <a:avLst/>
              <a:gdLst/>
              <a:ahLst/>
              <a:cxnLst/>
              <a:rect l="l" t="t" r="r" b="b"/>
              <a:pathLst>
                <a:path w="4666615" h="2705100">
                  <a:moveTo>
                    <a:pt x="0" y="2704742"/>
                  </a:moveTo>
                  <a:lnTo>
                    <a:pt x="4666442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036366" y="4452958"/>
              <a:ext cx="4152900" cy="2405380"/>
            </a:xfrm>
            <a:custGeom>
              <a:avLst/>
              <a:gdLst/>
              <a:ahLst/>
              <a:cxnLst/>
              <a:rect l="l" t="t" r="r" b="b"/>
              <a:pathLst>
                <a:path w="4152900" h="2405379">
                  <a:moveTo>
                    <a:pt x="0" y="2405041"/>
                  </a:moveTo>
                  <a:lnTo>
                    <a:pt x="4152458" y="0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530656" y="4741140"/>
              <a:ext cx="3658235" cy="2117090"/>
            </a:xfrm>
            <a:custGeom>
              <a:avLst/>
              <a:gdLst/>
              <a:ahLst/>
              <a:cxnLst/>
              <a:rect l="l" t="t" r="r" b="b"/>
              <a:pathLst>
                <a:path w="3658234" h="2117090">
                  <a:moveTo>
                    <a:pt x="0" y="2116859"/>
                  </a:moveTo>
                  <a:lnTo>
                    <a:pt x="3658168" y="0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-15836" y="6038205"/>
            <a:ext cx="5501005" cy="839469"/>
            <a:chOff x="-15836" y="6038205"/>
            <a:chExt cx="5501005" cy="839469"/>
          </a:xfrm>
        </p:grpSpPr>
        <p:sp>
          <p:nvSpPr>
            <p:cNvPr id="7" name="object 7" descr=""/>
            <p:cNvSpPr/>
            <p:nvPr/>
          </p:nvSpPr>
          <p:spPr>
            <a:xfrm>
              <a:off x="3213" y="6057255"/>
              <a:ext cx="5462905" cy="801370"/>
            </a:xfrm>
            <a:custGeom>
              <a:avLst/>
              <a:gdLst/>
              <a:ahLst/>
              <a:cxnLst/>
              <a:rect l="l" t="t" r="r" b="b"/>
              <a:pathLst>
                <a:path w="5462905" h="801370">
                  <a:moveTo>
                    <a:pt x="5462777" y="800745"/>
                  </a:moveTo>
                  <a:lnTo>
                    <a:pt x="4240593" y="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6329759"/>
              <a:ext cx="4798060" cy="528320"/>
            </a:xfrm>
            <a:custGeom>
              <a:avLst/>
              <a:gdLst/>
              <a:ahLst/>
              <a:cxnLst/>
              <a:rect l="l" t="t" r="r" b="b"/>
              <a:pathLst>
                <a:path w="4798060" h="528320">
                  <a:moveTo>
                    <a:pt x="4797763" y="528240"/>
                  </a:moveTo>
                  <a:lnTo>
                    <a:pt x="3996131" y="0"/>
                  </a:lnTo>
                  <a:lnTo>
                    <a:pt x="3948769" y="22"/>
                  </a:lnTo>
                  <a:lnTo>
                    <a:pt x="3901158" y="48"/>
                  </a:lnTo>
                  <a:lnTo>
                    <a:pt x="3853304" y="79"/>
                  </a:lnTo>
                  <a:lnTo>
                    <a:pt x="3805214" y="115"/>
                  </a:lnTo>
                  <a:lnTo>
                    <a:pt x="3756894" y="154"/>
                  </a:lnTo>
                  <a:lnTo>
                    <a:pt x="3708350" y="198"/>
                  </a:lnTo>
                  <a:lnTo>
                    <a:pt x="3659589" y="245"/>
                  </a:lnTo>
                  <a:lnTo>
                    <a:pt x="3610618" y="297"/>
                  </a:lnTo>
                  <a:lnTo>
                    <a:pt x="3561443" y="352"/>
                  </a:lnTo>
                  <a:lnTo>
                    <a:pt x="3512070" y="411"/>
                  </a:lnTo>
                  <a:lnTo>
                    <a:pt x="3462507" y="473"/>
                  </a:lnTo>
                  <a:lnTo>
                    <a:pt x="3412758" y="538"/>
                  </a:lnTo>
                  <a:lnTo>
                    <a:pt x="3362832" y="607"/>
                  </a:lnTo>
                  <a:lnTo>
                    <a:pt x="3312734" y="679"/>
                  </a:lnTo>
                  <a:lnTo>
                    <a:pt x="3262471" y="754"/>
                  </a:lnTo>
                  <a:lnTo>
                    <a:pt x="3212049" y="832"/>
                  </a:lnTo>
                  <a:lnTo>
                    <a:pt x="3161475" y="912"/>
                  </a:lnTo>
                  <a:lnTo>
                    <a:pt x="3110755" y="995"/>
                  </a:lnTo>
                  <a:lnTo>
                    <a:pt x="3059896" y="1081"/>
                  </a:lnTo>
                  <a:lnTo>
                    <a:pt x="3008904" y="1169"/>
                  </a:lnTo>
                  <a:lnTo>
                    <a:pt x="2957786" y="1259"/>
                  </a:lnTo>
                  <a:lnTo>
                    <a:pt x="2906548" y="1352"/>
                  </a:lnTo>
                  <a:lnTo>
                    <a:pt x="2855196" y="1447"/>
                  </a:lnTo>
                  <a:lnTo>
                    <a:pt x="2803738" y="1543"/>
                  </a:lnTo>
                  <a:lnTo>
                    <a:pt x="2752180" y="1642"/>
                  </a:lnTo>
                  <a:lnTo>
                    <a:pt x="2700527" y="1742"/>
                  </a:lnTo>
                  <a:lnTo>
                    <a:pt x="2648787" y="1844"/>
                  </a:lnTo>
                  <a:lnTo>
                    <a:pt x="2596966" y="1947"/>
                  </a:lnTo>
                  <a:lnTo>
                    <a:pt x="2545071" y="2051"/>
                  </a:lnTo>
                  <a:lnTo>
                    <a:pt x="2493107" y="2157"/>
                  </a:lnTo>
                  <a:lnTo>
                    <a:pt x="2441083" y="2264"/>
                  </a:lnTo>
                  <a:lnTo>
                    <a:pt x="2389003" y="2372"/>
                  </a:lnTo>
                  <a:lnTo>
                    <a:pt x="2336874" y="2481"/>
                  </a:lnTo>
                  <a:lnTo>
                    <a:pt x="2284703" y="2590"/>
                  </a:lnTo>
                  <a:lnTo>
                    <a:pt x="2232497" y="2700"/>
                  </a:lnTo>
                  <a:lnTo>
                    <a:pt x="2180262" y="2811"/>
                  </a:lnTo>
                  <a:lnTo>
                    <a:pt x="2128003" y="2922"/>
                  </a:lnTo>
                  <a:lnTo>
                    <a:pt x="2075729" y="3034"/>
                  </a:lnTo>
                  <a:lnTo>
                    <a:pt x="2023445" y="3145"/>
                  </a:lnTo>
                  <a:lnTo>
                    <a:pt x="1971158" y="3257"/>
                  </a:lnTo>
                  <a:lnTo>
                    <a:pt x="1918874" y="3369"/>
                  </a:lnTo>
                  <a:lnTo>
                    <a:pt x="1866599" y="3480"/>
                  </a:lnTo>
                  <a:lnTo>
                    <a:pt x="1814341" y="3591"/>
                  </a:lnTo>
                  <a:lnTo>
                    <a:pt x="1762106" y="3702"/>
                  </a:lnTo>
                  <a:lnTo>
                    <a:pt x="1709899" y="3812"/>
                  </a:lnTo>
                  <a:lnTo>
                    <a:pt x="1657729" y="3922"/>
                  </a:lnTo>
                  <a:lnTo>
                    <a:pt x="1605600" y="4030"/>
                  </a:lnTo>
                  <a:lnTo>
                    <a:pt x="1553520" y="4138"/>
                  </a:lnTo>
                  <a:lnTo>
                    <a:pt x="1501495" y="4245"/>
                  </a:lnTo>
                  <a:lnTo>
                    <a:pt x="1449531" y="4351"/>
                  </a:lnTo>
                  <a:lnTo>
                    <a:pt x="1397636" y="4456"/>
                  </a:lnTo>
                  <a:lnTo>
                    <a:pt x="1345815" y="4559"/>
                  </a:lnTo>
                  <a:lnTo>
                    <a:pt x="1294075" y="4660"/>
                  </a:lnTo>
                  <a:lnTo>
                    <a:pt x="1242422" y="4761"/>
                  </a:lnTo>
                  <a:lnTo>
                    <a:pt x="1190863" y="4859"/>
                  </a:lnTo>
                  <a:lnTo>
                    <a:pt x="1139405" y="4956"/>
                  </a:lnTo>
                  <a:lnTo>
                    <a:pt x="1088053" y="5050"/>
                  </a:lnTo>
                  <a:lnTo>
                    <a:pt x="1036815" y="5143"/>
                  </a:lnTo>
                  <a:lnTo>
                    <a:pt x="985697" y="5233"/>
                  </a:lnTo>
                  <a:lnTo>
                    <a:pt x="934705" y="5321"/>
                  </a:lnTo>
                  <a:lnTo>
                    <a:pt x="883845" y="5407"/>
                  </a:lnTo>
                  <a:lnTo>
                    <a:pt x="833125" y="5490"/>
                  </a:lnTo>
                  <a:lnTo>
                    <a:pt x="782551" y="5571"/>
                  </a:lnTo>
                  <a:lnTo>
                    <a:pt x="732129" y="5649"/>
                  </a:lnTo>
                  <a:lnTo>
                    <a:pt x="681865" y="5723"/>
                  </a:lnTo>
                  <a:lnTo>
                    <a:pt x="631767" y="5795"/>
                  </a:lnTo>
                  <a:lnTo>
                    <a:pt x="581840" y="5864"/>
                  </a:lnTo>
                  <a:lnTo>
                    <a:pt x="532091" y="5930"/>
                  </a:lnTo>
                  <a:lnTo>
                    <a:pt x="482527" y="5992"/>
                  </a:lnTo>
                  <a:lnTo>
                    <a:pt x="433154" y="6050"/>
                  </a:lnTo>
                  <a:lnTo>
                    <a:pt x="383979" y="6105"/>
                  </a:lnTo>
                  <a:lnTo>
                    <a:pt x="335007" y="6157"/>
                  </a:lnTo>
                  <a:lnTo>
                    <a:pt x="286246" y="6204"/>
                  </a:lnTo>
                  <a:lnTo>
                    <a:pt x="237702" y="6248"/>
                  </a:lnTo>
                  <a:lnTo>
                    <a:pt x="189382" y="6288"/>
                  </a:lnTo>
                  <a:lnTo>
                    <a:pt x="141291" y="6323"/>
                  </a:lnTo>
                  <a:lnTo>
                    <a:pt x="93436" y="6354"/>
                  </a:lnTo>
                  <a:lnTo>
                    <a:pt x="45825" y="6381"/>
                  </a:lnTo>
                  <a:lnTo>
                    <a:pt x="0" y="6402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6548689"/>
              <a:ext cx="4210685" cy="309880"/>
            </a:xfrm>
            <a:custGeom>
              <a:avLst/>
              <a:gdLst/>
              <a:ahLst/>
              <a:cxnLst/>
              <a:rect l="l" t="t" r="r" b="b"/>
              <a:pathLst>
                <a:path w="4210685" h="309879">
                  <a:moveTo>
                    <a:pt x="4210645" y="309310"/>
                  </a:moveTo>
                  <a:lnTo>
                    <a:pt x="3749687" y="3799"/>
                  </a:lnTo>
                  <a:lnTo>
                    <a:pt x="3702402" y="3810"/>
                  </a:lnTo>
                  <a:lnTo>
                    <a:pt x="3654827" y="3817"/>
                  </a:lnTo>
                  <a:lnTo>
                    <a:pt x="3606972" y="3818"/>
                  </a:lnTo>
                  <a:lnTo>
                    <a:pt x="3558844" y="3815"/>
                  </a:lnTo>
                  <a:lnTo>
                    <a:pt x="3510452" y="3807"/>
                  </a:lnTo>
                  <a:lnTo>
                    <a:pt x="3461802" y="3794"/>
                  </a:lnTo>
                  <a:lnTo>
                    <a:pt x="3412904" y="3777"/>
                  </a:lnTo>
                  <a:lnTo>
                    <a:pt x="3363765" y="3756"/>
                  </a:lnTo>
                  <a:lnTo>
                    <a:pt x="3314394" y="3730"/>
                  </a:lnTo>
                  <a:lnTo>
                    <a:pt x="3264798" y="3701"/>
                  </a:lnTo>
                  <a:lnTo>
                    <a:pt x="3214985" y="3667"/>
                  </a:lnTo>
                  <a:lnTo>
                    <a:pt x="3164964" y="3630"/>
                  </a:lnTo>
                  <a:lnTo>
                    <a:pt x="3114742" y="3589"/>
                  </a:lnTo>
                  <a:lnTo>
                    <a:pt x="3064328" y="3545"/>
                  </a:lnTo>
                  <a:lnTo>
                    <a:pt x="3013729" y="3498"/>
                  </a:lnTo>
                  <a:lnTo>
                    <a:pt x="2962953" y="3447"/>
                  </a:lnTo>
                  <a:lnTo>
                    <a:pt x="2912009" y="3393"/>
                  </a:lnTo>
                  <a:lnTo>
                    <a:pt x="2860905" y="3337"/>
                  </a:lnTo>
                  <a:lnTo>
                    <a:pt x="2809648" y="3278"/>
                  </a:lnTo>
                  <a:lnTo>
                    <a:pt x="2758247" y="3216"/>
                  </a:lnTo>
                  <a:lnTo>
                    <a:pt x="2706709" y="3151"/>
                  </a:lnTo>
                  <a:lnTo>
                    <a:pt x="2655043" y="3085"/>
                  </a:lnTo>
                  <a:lnTo>
                    <a:pt x="2603257" y="3016"/>
                  </a:lnTo>
                  <a:lnTo>
                    <a:pt x="2551359" y="2946"/>
                  </a:lnTo>
                  <a:lnTo>
                    <a:pt x="2499356" y="2873"/>
                  </a:lnTo>
                  <a:lnTo>
                    <a:pt x="2447257" y="2799"/>
                  </a:lnTo>
                  <a:lnTo>
                    <a:pt x="2395069" y="2723"/>
                  </a:lnTo>
                  <a:lnTo>
                    <a:pt x="2342802" y="2645"/>
                  </a:lnTo>
                  <a:lnTo>
                    <a:pt x="2290462" y="2567"/>
                  </a:lnTo>
                  <a:lnTo>
                    <a:pt x="2238058" y="2487"/>
                  </a:lnTo>
                  <a:lnTo>
                    <a:pt x="2185597" y="2406"/>
                  </a:lnTo>
                  <a:lnTo>
                    <a:pt x="2133089" y="2325"/>
                  </a:lnTo>
                  <a:lnTo>
                    <a:pt x="2080541" y="2243"/>
                  </a:lnTo>
                  <a:lnTo>
                    <a:pt x="2027960" y="2160"/>
                  </a:lnTo>
                  <a:lnTo>
                    <a:pt x="1975356" y="2076"/>
                  </a:lnTo>
                  <a:lnTo>
                    <a:pt x="1922735" y="1993"/>
                  </a:lnTo>
                  <a:lnTo>
                    <a:pt x="1870106" y="1909"/>
                  </a:lnTo>
                  <a:lnTo>
                    <a:pt x="1817478" y="1825"/>
                  </a:lnTo>
                  <a:lnTo>
                    <a:pt x="1764857" y="1742"/>
                  </a:lnTo>
                  <a:lnTo>
                    <a:pt x="1712252" y="1658"/>
                  </a:lnTo>
                  <a:lnTo>
                    <a:pt x="1659672" y="1575"/>
                  </a:lnTo>
                  <a:lnTo>
                    <a:pt x="1607123" y="1493"/>
                  </a:lnTo>
                  <a:lnTo>
                    <a:pt x="1554615" y="1412"/>
                  </a:lnTo>
                  <a:lnTo>
                    <a:pt x="1502155" y="1331"/>
                  </a:lnTo>
                  <a:lnTo>
                    <a:pt x="1449751" y="1251"/>
                  </a:lnTo>
                  <a:lnTo>
                    <a:pt x="1397411" y="1172"/>
                  </a:lnTo>
                  <a:lnTo>
                    <a:pt x="1345143" y="1095"/>
                  </a:lnTo>
                  <a:lnTo>
                    <a:pt x="1292956" y="1019"/>
                  </a:lnTo>
                  <a:lnTo>
                    <a:pt x="1240857" y="945"/>
                  </a:lnTo>
                  <a:lnTo>
                    <a:pt x="1188854" y="872"/>
                  </a:lnTo>
                  <a:lnTo>
                    <a:pt x="1136955" y="802"/>
                  </a:lnTo>
                  <a:lnTo>
                    <a:pt x="1085169" y="733"/>
                  </a:lnTo>
                  <a:lnTo>
                    <a:pt x="1033503" y="667"/>
                  </a:lnTo>
                  <a:lnTo>
                    <a:pt x="981965" y="602"/>
                  </a:lnTo>
                  <a:lnTo>
                    <a:pt x="930564" y="540"/>
                  </a:lnTo>
                  <a:lnTo>
                    <a:pt x="879308" y="481"/>
                  </a:lnTo>
                  <a:lnTo>
                    <a:pt x="828203" y="425"/>
                  </a:lnTo>
                  <a:lnTo>
                    <a:pt x="777259" y="371"/>
                  </a:lnTo>
                  <a:lnTo>
                    <a:pt x="726484" y="320"/>
                  </a:lnTo>
                  <a:lnTo>
                    <a:pt x="675885" y="273"/>
                  </a:lnTo>
                  <a:lnTo>
                    <a:pt x="625471" y="229"/>
                  </a:lnTo>
                  <a:lnTo>
                    <a:pt x="575249" y="188"/>
                  </a:lnTo>
                  <a:lnTo>
                    <a:pt x="525227" y="151"/>
                  </a:lnTo>
                  <a:lnTo>
                    <a:pt x="475415" y="117"/>
                  </a:lnTo>
                  <a:lnTo>
                    <a:pt x="425819" y="88"/>
                  </a:lnTo>
                  <a:lnTo>
                    <a:pt x="376447" y="62"/>
                  </a:lnTo>
                  <a:lnTo>
                    <a:pt x="327308" y="41"/>
                  </a:lnTo>
                  <a:lnTo>
                    <a:pt x="278410" y="24"/>
                  </a:lnTo>
                  <a:lnTo>
                    <a:pt x="229761" y="11"/>
                  </a:lnTo>
                  <a:lnTo>
                    <a:pt x="181368" y="3"/>
                  </a:lnTo>
                  <a:lnTo>
                    <a:pt x="133240" y="0"/>
                  </a:lnTo>
                  <a:lnTo>
                    <a:pt x="85385" y="1"/>
                  </a:lnTo>
                  <a:lnTo>
                    <a:pt x="37811" y="8"/>
                  </a:lnTo>
                  <a:lnTo>
                    <a:pt x="0" y="17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77484" y="1501470"/>
            <a:ext cx="5887720" cy="772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00" b="1">
                <a:latin typeface="Arial"/>
                <a:cs typeface="Arial"/>
              </a:rPr>
              <a:t>Tasks:</a:t>
            </a:r>
            <a:r>
              <a:rPr dirty="0" sz="4900" spc="-5" b="1">
                <a:latin typeface="Arial"/>
                <a:cs typeface="Arial"/>
              </a:rPr>
              <a:t> </a:t>
            </a:r>
            <a:r>
              <a:rPr dirty="0" sz="4900" b="1">
                <a:latin typeface="Arial"/>
                <a:cs typeface="Arial"/>
              </a:rPr>
              <a:t>Secondly</a:t>
            </a:r>
            <a:r>
              <a:rPr dirty="0" sz="4900" spc="-5" b="1">
                <a:latin typeface="Arial"/>
                <a:cs typeface="Arial"/>
              </a:rPr>
              <a:t> </a:t>
            </a:r>
            <a:r>
              <a:rPr dirty="0" sz="4900" spc="-25" b="1">
                <a:latin typeface="Arial"/>
                <a:cs typeface="Arial"/>
              </a:rPr>
              <a:t>on</a:t>
            </a:r>
            <a:endParaRPr sz="4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124200" y="3151555"/>
            <a:ext cx="7406005" cy="67056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00"/>
              </a:lnSpc>
            </a:pPr>
            <a:r>
              <a:rPr dirty="0" u="sng" sz="4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Link</a:t>
            </a:r>
            <a:r>
              <a:rPr dirty="0" u="sng" sz="4400" spc="-8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4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for</a:t>
            </a:r>
            <a:r>
              <a:rPr dirty="0" u="sng" sz="4400" spc="-8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4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previous_applicatio</a:t>
            </a:r>
            <a:r>
              <a:rPr dirty="0" u="sng" sz="4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n</a:t>
            </a:r>
            <a:r>
              <a:rPr dirty="0" u="sng" sz="4400" spc="-8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44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file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3050" y="1611617"/>
            <a:ext cx="10370185" cy="35471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6865" marR="5080" indent="-304800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A.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Identify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Missing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Data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and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Deal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with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it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Appropriately: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analyst,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come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dataset.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handle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effectively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analysis.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5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200660" indent="-304800">
              <a:lnSpc>
                <a:spcPts val="302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decide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an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appropriate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deal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features.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812" y="2060841"/>
            <a:ext cx="11338433" cy="28803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80667" y="558942"/>
            <a:ext cx="892873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this,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have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removed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all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columns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which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has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null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percent </a:t>
            </a:r>
            <a:r>
              <a:rPr dirty="0" sz="2800">
                <a:solidFill>
                  <a:srgbClr val="FFFFFF"/>
                </a:solidFill>
              </a:rPr>
              <a:t>more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than</a:t>
            </a:r>
            <a:r>
              <a:rPr dirty="0" sz="2800" spc="-4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20%.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So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there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is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no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missing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value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left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1042" y="1899653"/>
            <a:ext cx="10299700" cy="27787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6865" marR="261620" indent="-304800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B.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Identify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Outliers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in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the</a:t>
            </a:r>
            <a:r>
              <a:rPr dirty="0" sz="2800" spc="-3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Dataset: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significantly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impact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distort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results.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in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dataset.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0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5080" indent="-304800">
              <a:lnSpc>
                <a:spcPts val="302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3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statistical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features,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focusing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variables.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049" y="-19049"/>
            <a:ext cx="12207874" cy="6877049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12005" y="540414"/>
          <a:ext cx="6008370" cy="298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3600"/>
                <a:gridCol w="4250055"/>
                <a:gridCol w="817879"/>
              </a:tblGrid>
              <a:tr h="357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ts val="2039"/>
                        </a:lnSpc>
                      </a:pPr>
                      <a:r>
                        <a:rPr dirty="0" sz="2150" spc="55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Outliers</a:t>
                      </a:r>
                      <a:r>
                        <a:rPr dirty="0" sz="2150" spc="2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2150" spc="2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50" spc="45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AMT_APPLICATION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4500000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63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4000000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3500000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3000000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2500000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2000000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1500000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9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1000000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5425">
                <a:tc>
                  <a:txBody>
                    <a:bodyPr/>
                    <a:lstStyle/>
                    <a:p>
                      <a:pPr marL="108585">
                        <a:lnSpc>
                          <a:spcPts val="14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475449" y="3657777"/>
          <a:ext cx="10429240" cy="2675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310"/>
                <a:gridCol w="913130"/>
                <a:gridCol w="836295"/>
                <a:gridCol w="836294"/>
                <a:gridCol w="836294"/>
                <a:gridCol w="754379"/>
                <a:gridCol w="727710"/>
                <a:gridCol w="385445"/>
                <a:gridCol w="838199"/>
                <a:gridCol w="761365"/>
                <a:gridCol w="761365"/>
                <a:gridCol w="761365"/>
                <a:gridCol w="761365"/>
                <a:gridCol w="605790"/>
              </a:tblGrid>
              <a:tr h="202565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dirty="0" sz="1200" spc="-5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4500000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8445">
                <a:tc>
                  <a:txBody>
                    <a:bodyPr/>
                    <a:lstStyle/>
                    <a:p>
                      <a:pPr algn="ctr" marR="98425">
                        <a:lnSpc>
                          <a:spcPts val="1385"/>
                        </a:lnSpc>
                      </a:pPr>
                      <a:r>
                        <a:rPr dirty="0" sz="1200" spc="-5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ts val="138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10000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38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20000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38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30000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38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40000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38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50000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200" spc="65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40</a:t>
                      </a:r>
                      <a:r>
                        <a:rPr dirty="0" sz="1200" spc="-47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dirty="0" baseline="9259" sz="1800" spc="-15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200" spc="65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9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9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9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9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9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3500000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3000000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2500000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2000000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1500000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1000000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6540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500000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5585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55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5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3515">
                <a:tc gridSpan="6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1345"/>
                        </a:lnSpc>
                      </a:pPr>
                      <a:r>
                        <a:rPr dirty="0" sz="1200" spc="-5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134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10000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134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20000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134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30000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134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40000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134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50000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1345"/>
                        </a:lnSpc>
                      </a:pPr>
                      <a:r>
                        <a:rPr dirty="0" sz="1200" spc="-1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60000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23522" y="3134245"/>
            <a:ext cx="3003550" cy="3530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55">
                <a:solidFill>
                  <a:srgbClr val="808080"/>
                </a:solidFill>
              </a:rPr>
              <a:t>Outliers</a:t>
            </a:r>
            <a:r>
              <a:rPr dirty="0" sz="2150" spc="210">
                <a:solidFill>
                  <a:srgbClr val="808080"/>
                </a:solidFill>
              </a:rPr>
              <a:t> </a:t>
            </a:r>
            <a:r>
              <a:rPr dirty="0" sz="2150">
                <a:solidFill>
                  <a:srgbClr val="808080"/>
                </a:solidFill>
              </a:rPr>
              <a:t>for</a:t>
            </a:r>
            <a:r>
              <a:rPr dirty="0" sz="2150" spc="210">
                <a:solidFill>
                  <a:srgbClr val="808080"/>
                </a:solidFill>
              </a:rPr>
              <a:t> </a:t>
            </a:r>
            <a:r>
              <a:rPr dirty="0" sz="2150" spc="45">
                <a:solidFill>
                  <a:srgbClr val="808080"/>
                </a:solidFill>
              </a:rPr>
              <a:t>AMT_CREDIT</a:t>
            </a:r>
            <a:endParaRPr sz="21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3050" y="1760308"/>
            <a:ext cx="10252710" cy="26111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16865" marR="5080" indent="-304800">
              <a:lnSpc>
                <a:spcPts val="2810"/>
              </a:lnSpc>
              <a:spcBef>
                <a:spcPts val="45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C.</a:t>
            </a:r>
            <a:r>
              <a:rPr dirty="0" sz="26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Analyze</a:t>
            </a:r>
            <a:r>
              <a:rPr dirty="0" sz="26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Data</a:t>
            </a:r>
            <a:r>
              <a:rPr dirty="0" sz="26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Imbalance:</a:t>
            </a:r>
            <a:r>
              <a:rPr dirty="0" sz="26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imbalance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affect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analysis,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especially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problems.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crucial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models.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30"/>
              </a:spcBef>
              <a:buClr>
                <a:srgbClr val="009999"/>
              </a:buClr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316865" marR="101600" indent="-304800">
              <a:lnSpc>
                <a:spcPts val="281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6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6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imbalance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dataset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calculate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ratio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imbalance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functions.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34367" y="3068955"/>
            <a:ext cx="5427980" cy="3312795"/>
            <a:chOff x="5734367" y="3068955"/>
            <a:chExt cx="5427980" cy="33127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4367" y="3068955"/>
              <a:ext cx="5427929" cy="331276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180974" y="6029299"/>
              <a:ext cx="4421505" cy="0"/>
            </a:xfrm>
            <a:custGeom>
              <a:avLst/>
              <a:gdLst/>
              <a:ahLst/>
              <a:cxnLst/>
              <a:rect l="l" t="t" r="r" b="b"/>
              <a:pathLst>
                <a:path w="4421505" h="0">
                  <a:moveTo>
                    <a:pt x="0" y="0"/>
                  </a:moveTo>
                  <a:lnTo>
                    <a:pt x="442139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180974" y="5544527"/>
              <a:ext cx="4421505" cy="0"/>
            </a:xfrm>
            <a:custGeom>
              <a:avLst/>
              <a:gdLst/>
              <a:ahLst/>
              <a:cxnLst/>
              <a:rect l="l" t="t" r="r" b="b"/>
              <a:pathLst>
                <a:path w="4421505" h="0">
                  <a:moveTo>
                    <a:pt x="0" y="0"/>
                  </a:moveTo>
                  <a:lnTo>
                    <a:pt x="221068" y="0"/>
                  </a:lnTo>
                </a:path>
                <a:path w="4421505" h="0">
                  <a:moveTo>
                    <a:pt x="663208" y="0"/>
                  </a:moveTo>
                  <a:lnTo>
                    <a:pt x="1105345" y="0"/>
                  </a:lnTo>
                </a:path>
                <a:path w="4421505" h="0">
                  <a:moveTo>
                    <a:pt x="1547483" y="0"/>
                  </a:moveTo>
                  <a:lnTo>
                    <a:pt x="1989621" y="0"/>
                  </a:lnTo>
                </a:path>
                <a:path w="4421505" h="0">
                  <a:moveTo>
                    <a:pt x="2431759" y="0"/>
                  </a:moveTo>
                  <a:lnTo>
                    <a:pt x="442139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80974" y="4090250"/>
              <a:ext cx="4421505" cy="969644"/>
            </a:xfrm>
            <a:custGeom>
              <a:avLst/>
              <a:gdLst/>
              <a:ahLst/>
              <a:cxnLst/>
              <a:rect l="l" t="t" r="r" b="b"/>
              <a:pathLst>
                <a:path w="4421505" h="969645">
                  <a:moveTo>
                    <a:pt x="0" y="969518"/>
                  </a:moveTo>
                  <a:lnTo>
                    <a:pt x="221068" y="969518"/>
                  </a:lnTo>
                </a:path>
                <a:path w="4421505" h="969645">
                  <a:moveTo>
                    <a:pt x="663208" y="969518"/>
                  </a:moveTo>
                  <a:lnTo>
                    <a:pt x="1105345" y="969518"/>
                  </a:lnTo>
                </a:path>
                <a:path w="4421505" h="969645">
                  <a:moveTo>
                    <a:pt x="1547483" y="969518"/>
                  </a:moveTo>
                  <a:lnTo>
                    <a:pt x="4421391" y="969518"/>
                  </a:lnTo>
                </a:path>
                <a:path w="4421505" h="969645">
                  <a:moveTo>
                    <a:pt x="0" y="484758"/>
                  </a:moveTo>
                  <a:lnTo>
                    <a:pt x="221068" y="484758"/>
                  </a:lnTo>
                </a:path>
                <a:path w="4421505" h="969645">
                  <a:moveTo>
                    <a:pt x="663208" y="484758"/>
                  </a:moveTo>
                  <a:lnTo>
                    <a:pt x="1105345" y="484758"/>
                  </a:lnTo>
                </a:path>
                <a:path w="4421505" h="969645">
                  <a:moveTo>
                    <a:pt x="1547483" y="484758"/>
                  </a:moveTo>
                  <a:lnTo>
                    <a:pt x="4421391" y="484758"/>
                  </a:lnTo>
                </a:path>
                <a:path w="4421505" h="969645">
                  <a:moveTo>
                    <a:pt x="0" y="0"/>
                  </a:moveTo>
                  <a:lnTo>
                    <a:pt x="221068" y="0"/>
                  </a:lnTo>
                </a:path>
                <a:path w="4421505" h="969645">
                  <a:moveTo>
                    <a:pt x="663208" y="0"/>
                  </a:moveTo>
                  <a:lnTo>
                    <a:pt x="1105345" y="0"/>
                  </a:lnTo>
                </a:path>
                <a:path w="4421505" h="969645">
                  <a:moveTo>
                    <a:pt x="1547483" y="0"/>
                  </a:moveTo>
                  <a:lnTo>
                    <a:pt x="442139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80974" y="3605491"/>
              <a:ext cx="4421505" cy="0"/>
            </a:xfrm>
            <a:custGeom>
              <a:avLst/>
              <a:gdLst/>
              <a:ahLst/>
              <a:cxnLst/>
              <a:rect l="l" t="t" r="r" b="b"/>
              <a:pathLst>
                <a:path w="4421505" h="0">
                  <a:moveTo>
                    <a:pt x="0" y="0"/>
                  </a:moveTo>
                  <a:lnTo>
                    <a:pt x="4421391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2043" y="4007256"/>
              <a:ext cx="442139" cy="201251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6320" y="3749941"/>
              <a:ext cx="442137" cy="226983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0595" y="5483936"/>
              <a:ext cx="442137" cy="53583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180963" y="6022975"/>
              <a:ext cx="4421505" cy="12700"/>
            </a:xfrm>
            <a:custGeom>
              <a:avLst/>
              <a:gdLst/>
              <a:ahLst/>
              <a:cxnLst/>
              <a:rect l="l" t="t" r="r" b="b"/>
              <a:pathLst>
                <a:path w="4421505" h="12700">
                  <a:moveTo>
                    <a:pt x="4421403" y="0"/>
                  </a:moveTo>
                  <a:lnTo>
                    <a:pt x="0" y="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4421403" y="12700"/>
                  </a:lnTo>
                  <a:lnTo>
                    <a:pt x="4421403" y="6350"/>
                  </a:lnTo>
                  <a:lnTo>
                    <a:pt x="2873908" y="6350"/>
                  </a:lnTo>
                  <a:lnTo>
                    <a:pt x="3316046" y="6337"/>
                  </a:lnTo>
                  <a:lnTo>
                    <a:pt x="4421403" y="6337"/>
                  </a:lnTo>
                  <a:lnTo>
                    <a:pt x="4421403" y="5562"/>
                  </a:lnTo>
                  <a:lnTo>
                    <a:pt x="3316046" y="5562"/>
                  </a:lnTo>
                  <a:lnTo>
                    <a:pt x="2873908" y="5562"/>
                  </a:lnTo>
                  <a:lnTo>
                    <a:pt x="2873908" y="5080"/>
                  </a:lnTo>
                  <a:lnTo>
                    <a:pt x="4421403" y="5080"/>
                  </a:lnTo>
                  <a:lnTo>
                    <a:pt x="44214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363934" y="3574484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23510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277178" y="5308472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5625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248360" y="5853061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64265" y="6100724"/>
            <a:ext cx="517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Cash</a:t>
            </a:r>
            <a:r>
              <a:rPr dirty="0" sz="900" spc="-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121743" y="6100724"/>
            <a:ext cx="7708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Consumer</a:t>
            </a:r>
            <a:r>
              <a:rPr dirty="0" sz="9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018660" y="6100724"/>
            <a:ext cx="7454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Revolving</a:t>
            </a:r>
            <a:r>
              <a:rPr dirty="0" sz="900" spc="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163621" y="6100724"/>
            <a:ext cx="2247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XNA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986339" y="6100724"/>
            <a:ext cx="347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015304" y="5938901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841510" y="5454141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83579" y="4969382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83579" y="4484611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783579" y="3800896"/>
            <a:ext cx="1010919" cy="3619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708660">
              <a:lnSpc>
                <a:spcPct val="100000"/>
              </a:lnSpc>
              <a:spcBef>
                <a:spcPts val="34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20856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783579" y="3515093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8202705" y="3128213"/>
            <a:ext cx="506730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5" b="1">
                <a:solidFill>
                  <a:srgbClr val="F1F1F1"/>
                </a:solidFill>
                <a:latin typeface="Calibri"/>
                <a:cs typeface="Calibri"/>
              </a:rPr>
              <a:t>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807090" y="4636744"/>
            <a:ext cx="260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09630" y="4692941"/>
            <a:ext cx="64799" cy="6479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5945" y="476275"/>
            <a:ext cx="6827431" cy="21377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63050" y="1352918"/>
            <a:ext cx="10327640" cy="39312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16865" marR="155575" indent="-304800">
              <a:lnSpc>
                <a:spcPts val="2690"/>
              </a:lnSpc>
              <a:spcBef>
                <a:spcPts val="745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D.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Perform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Univariate,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Segmented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Univariate,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and</a:t>
            </a:r>
            <a:r>
              <a:rPr dirty="0" sz="2800" spc="-5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29FFFF"/>
                </a:solidFill>
                <a:latin typeface="Calibri"/>
                <a:cs typeface="Calibri"/>
              </a:rPr>
              <a:t>Bivariate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Analysis:</a:t>
            </a:r>
            <a:r>
              <a:rPr dirty="0" sz="2800" spc="-2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gain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driving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factors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default,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conduct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analyses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consumer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loan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attributes.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65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5080" indent="-304800">
              <a:lnSpc>
                <a:spcPts val="269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5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univariate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variables,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segmented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univariate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compare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distributions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scenarios,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bivariate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using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features.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81843" y="980728"/>
            <a:ext cx="5461000" cy="3282950"/>
            <a:chOff x="981843" y="980728"/>
            <a:chExt cx="5461000" cy="32829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843" y="980728"/>
              <a:ext cx="5461000" cy="328295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428450" y="3911253"/>
              <a:ext cx="4454525" cy="0"/>
            </a:xfrm>
            <a:custGeom>
              <a:avLst/>
              <a:gdLst/>
              <a:ahLst/>
              <a:cxnLst/>
              <a:rect l="l" t="t" r="r" b="b"/>
              <a:pathLst>
                <a:path w="4454525" h="0">
                  <a:moveTo>
                    <a:pt x="0" y="0"/>
                  </a:moveTo>
                  <a:lnTo>
                    <a:pt x="44544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28450" y="1996055"/>
              <a:ext cx="4454525" cy="1437005"/>
            </a:xfrm>
            <a:custGeom>
              <a:avLst/>
              <a:gdLst/>
              <a:ahLst/>
              <a:cxnLst/>
              <a:rect l="l" t="t" r="r" b="b"/>
              <a:pathLst>
                <a:path w="4454525" h="1437004">
                  <a:moveTo>
                    <a:pt x="0" y="1436395"/>
                  </a:moveTo>
                  <a:lnTo>
                    <a:pt x="222722" y="1436395"/>
                  </a:lnTo>
                </a:path>
                <a:path w="4454525" h="1437004">
                  <a:moveTo>
                    <a:pt x="668167" y="1436395"/>
                  </a:moveTo>
                  <a:lnTo>
                    <a:pt x="1113613" y="1436395"/>
                  </a:lnTo>
                </a:path>
                <a:path w="4454525" h="1437004">
                  <a:moveTo>
                    <a:pt x="1559053" y="1436395"/>
                  </a:moveTo>
                  <a:lnTo>
                    <a:pt x="2004505" y="1436395"/>
                  </a:lnTo>
                </a:path>
                <a:path w="4454525" h="1437004">
                  <a:moveTo>
                    <a:pt x="2449945" y="1436395"/>
                  </a:moveTo>
                  <a:lnTo>
                    <a:pt x="4454450" y="1436395"/>
                  </a:lnTo>
                </a:path>
                <a:path w="4454525" h="1437004">
                  <a:moveTo>
                    <a:pt x="0" y="957605"/>
                  </a:moveTo>
                  <a:lnTo>
                    <a:pt x="222722" y="957605"/>
                  </a:lnTo>
                </a:path>
                <a:path w="4454525" h="1437004">
                  <a:moveTo>
                    <a:pt x="668167" y="957605"/>
                  </a:moveTo>
                  <a:lnTo>
                    <a:pt x="1113613" y="957605"/>
                  </a:lnTo>
                </a:path>
                <a:path w="4454525" h="1437004">
                  <a:moveTo>
                    <a:pt x="1559053" y="957605"/>
                  </a:moveTo>
                  <a:lnTo>
                    <a:pt x="4454450" y="957605"/>
                  </a:lnTo>
                </a:path>
                <a:path w="4454525" h="1437004">
                  <a:moveTo>
                    <a:pt x="0" y="478802"/>
                  </a:moveTo>
                  <a:lnTo>
                    <a:pt x="222722" y="478802"/>
                  </a:lnTo>
                </a:path>
                <a:path w="4454525" h="1437004">
                  <a:moveTo>
                    <a:pt x="668167" y="478802"/>
                  </a:moveTo>
                  <a:lnTo>
                    <a:pt x="1113613" y="478802"/>
                  </a:lnTo>
                </a:path>
                <a:path w="4454525" h="1437004">
                  <a:moveTo>
                    <a:pt x="1559053" y="478802"/>
                  </a:moveTo>
                  <a:lnTo>
                    <a:pt x="4454450" y="478802"/>
                  </a:lnTo>
                </a:path>
                <a:path w="4454525" h="1437004">
                  <a:moveTo>
                    <a:pt x="0" y="0"/>
                  </a:moveTo>
                  <a:lnTo>
                    <a:pt x="222722" y="0"/>
                  </a:lnTo>
                </a:path>
                <a:path w="4454525" h="1437004">
                  <a:moveTo>
                    <a:pt x="668167" y="0"/>
                  </a:moveTo>
                  <a:lnTo>
                    <a:pt x="1113613" y="0"/>
                  </a:lnTo>
                </a:path>
                <a:path w="4454525" h="1437004">
                  <a:moveTo>
                    <a:pt x="1559053" y="0"/>
                  </a:moveTo>
                  <a:lnTo>
                    <a:pt x="44544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28450" y="1517265"/>
              <a:ext cx="4454525" cy="0"/>
            </a:xfrm>
            <a:custGeom>
              <a:avLst/>
              <a:gdLst/>
              <a:ahLst/>
              <a:cxnLst/>
              <a:rect l="l" t="t" r="r" b="b"/>
              <a:pathLst>
                <a:path w="4454525" h="0">
                  <a:moveTo>
                    <a:pt x="0" y="0"/>
                  </a:moveTo>
                  <a:lnTo>
                    <a:pt x="44544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1172" y="1914089"/>
              <a:ext cx="445444" cy="198763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2063" y="1659936"/>
              <a:ext cx="445439" cy="22417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2956" y="3372608"/>
              <a:ext cx="445439" cy="52912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428445" y="3905541"/>
              <a:ext cx="4454525" cy="11430"/>
            </a:xfrm>
            <a:custGeom>
              <a:avLst/>
              <a:gdLst/>
              <a:ahLst/>
              <a:cxnLst/>
              <a:rect l="l" t="t" r="r" b="b"/>
              <a:pathLst>
                <a:path w="4454525" h="11429">
                  <a:moveTo>
                    <a:pt x="4454449" y="0"/>
                  </a:moveTo>
                  <a:lnTo>
                    <a:pt x="0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4454449" y="11430"/>
                  </a:lnTo>
                  <a:lnTo>
                    <a:pt x="4454449" y="5715"/>
                  </a:lnTo>
                  <a:lnTo>
                    <a:pt x="4454449" y="5080"/>
                  </a:lnTo>
                  <a:lnTo>
                    <a:pt x="4454449" y="4953"/>
                  </a:lnTo>
                  <a:lnTo>
                    <a:pt x="445444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634028" y="1484480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23510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553889" y="3197145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5625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31675" y="3735027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27747" y="3982677"/>
            <a:ext cx="5048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Cash</a:t>
            </a:r>
            <a:r>
              <a:rPr dirty="0" sz="900" spc="-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391842" y="3982677"/>
            <a:ext cx="16363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02969" algn="l"/>
              </a:tabLst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Consumer</a:t>
            </a:r>
            <a:r>
              <a:rPr dirty="0" sz="9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Revolving</a:t>
            </a:r>
            <a:r>
              <a:rPr dirty="0" sz="900" spc="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446940" y="3982677"/>
            <a:ext cx="2120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XNA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276274" y="3982677"/>
            <a:ext cx="335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75480" y="3820854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01686" y="3342064"/>
            <a:ext cx="244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43755" y="2863262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43755" y="1708746"/>
            <a:ext cx="1001394" cy="83883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699135">
              <a:lnSpc>
                <a:spcPct val="100000"/>
              </a:lnSpc>
              <a:spcBef>
                <a:spcPts val="33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20856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43755" y="1426866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479416" y="1039986"/>
            <a:ext cx="4940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65" b="1">
                <a:solidFill>
                  <a:srgbClr val="F1F1F1"/>
                </a:solidFill>
                <a:latin typeface="Calibri"/>
                <a:cs typeface="Calibri"/>
              </a:rPr>
              <a:t>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100336" y="2533608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90177" y="2589805"/>
            <a:ext cx="64799" cy="64795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Univariate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  <p:grpSp>
        <p:nvGrpSpPr>
          <p:cNvPr id="27" name="object 27" descr=""/>
          <p:cNvGrpSpPr/>
          <p:nvPr/>
        </p:nvGrpSpPr>
        <p:grpSpPr>
          <a:xfrm>
            <a:off x="6588125" y="3280321"/>
            <a:ext cx="5600700" cy="3346450"/>
            <a:chOff x="6588125" y="3280321"/>
            <a:chExt cx="5600700" cy="3346450"/>
          </a:xfrm>
        </p:grpSpPr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8125" y="3280321"/>
              <a:ext cx="5600700" cy="334645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7034731" y="6274346"/>
              <a:ext cx="4594225" cy="0"/>
            </a:xfrm>
            <a:custGeom>
              <a:avLst/>
              <a:gdLst/>
              <a:ahLst/>
              <a:cxnLst/>
              <a:rect l="l" t="t" r="r" b="b"/>
              <a:pathLst>
                <a:path w="4594225" h="0">
                  <a:moveTo>
                    <a:pt x="0" y="0"/>
                  </a:moveTo>
                  <a:lnTo>
                    <a:pt x="45941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34731" y="5572201"/>
              <a:ext cx="4594225" cy="351155"/>
            </a:xfrm>
            <a:custGeom>
              <a:avLst/>
              <a:gdLst/>
              <a:ahLst/>
              <a:cxnLst/>
              <a:rect l="l" t="t" r="r" b="b"/>
              <a:pathLst>
                <a:path w="4594225" h="351154">
                  <a:moveTo>
                    <a:pt x="0" y="351078"/>
                  </a:moveTo>
                  <a:lnTo>
                    <a:pt x="229707" y="351078"/>
                  </a:lnTo>
                </a:path>
                <a:path w="4594225" h="351154">
                  <a:moveTo>
                    <a:pt x="689122" y="351078"/>
                  </a:moveTo>
                  <a:lnTo>
                    <a:pt x="1148538" y="351078"/>
                  </a:lnTo>
                </a:path>
                <a:path w="4594225" h="351154">
                  <a:moveTo>
                    <a:pt x="1607948" y="351078"/>
                  </a:moveTo>
                  <a:lnTo>
                    <a:pt x="4594150" y="351078"/>
                  </a:lnTo>
                </a:path>
                <a:path w="4594225" h="351154">
                  <a:moveTo>
                    <a:pt x="0" y="0"/>
                  </a:moveTo>
                  <a:lnTo>
                    <a:pt x="229707" y="0"/>
                  </a:lnTo>
                </a:path>
                <a:path w="4594225" h="351154">
                  <a:moveTo>
                    <a:pt x="689122" y="0"/>
                  </a:moveTo>
                  <a:lnTo>
                    <a:pt x="45941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034731" y="4167924"/>
              <a:ext cx="4594225" cy="1053465"/>
            </a:xfrm>
            <a:custGeom>
              <a:avLst/>
              <a:gdLst/>
              <a:ahLst/>
              <a:cxnLst/>
              <a:rect l="l" t="t" r="r" b="b"/>
              <a:pathLst>
                <a:path w="4594225" h="1053464">
                  <a:moveTo>
                    <a:pt x="0" y="1053211"/>
                  </a:moveTo>
                  <a:lnTo>
                    <a:pt x="229707" y="1053211"/>
                  </a:lnTo>
                </a:path>
                <a:path w="4594225" h="1053464">
                  <a:moveTo>
                    <a:pt x="689122" y="1053211"/>
                  </a:moveTo>
                  <a:lnTo>
                    <a:pt x="4594150" y="1053211"/>
                  </a:lnTo>
                </a:path>
                <a:path w="4594225" h="1053464">
                  <a:moveTo>
                    <a:pt x="0" y="702144"/>
                  </a:moveTo>
                  <a:lnTo>
                    <a:pt x="229707" y="702144"/>
                  </a:lnTo>
                </a:path>
                <a:path w="4594225" h="1053464">
                  <a:moveTo>
                    <a:pt x="689122" y="702144"/>
                  </a:moveTo>
                  <a:lnTo>
                    <a:pt x="4594150" y="702144"/>
                  </a:lnTo>
                </a:path>
                <a:path w="4594225" h="1053464">
                  <a:moveTo>
                    <a:pt x="0" y="351066"/>
                  </a:moveTo>
                  <a:lnTo>
                    <a:pt x="229707" y="351066"/>
                  </a:lnTo>
                </a:path>
                <a:path w="4594225" h="1053464">
                  <a:moveTo>
                    <a:pt x="689122" y="351066"/>
                  </a:moveTo>
                  <a:lnTo>
                    <a:pt x="4594150" y="351066"/>
                  </a:lnTo>
                </a:path>
                <a:path w="4594225" h="1053464">
                  <a:moveTo>
                    <a:pt x="0" y="0"/>
                  </a:moveTo>
                  <a:lnTo>
                    <a:pt x="229707" y="0"/>
                  </a:lnTo>
                </a:path>
                <a:path w="4594225" h="1053464">
                  <a:moveTo>
                    <a:pt x="689122" y="0"/>
                  </a:moveTo>
                  <a:lnTo>
                    <a:pt x="45941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034731" y="3816857"/>
              <a:ext cx="4594225" cy="0"/>
            </a:xfrm>
            <a:custGeom>
              <a:avLst/>
              <a:gdLst/>
              <a:ahLst/>
              <a:cxnLst/>
              <a:rect l="l" t="t" r="r" b="b"/>
              <a:pathLst>
                <a:path w="4594225" h="0">
                  <a:moveTo>
                    <a:pt x="0" y="0"/>
                  </a:moveTo>
                  <a:lnTo>
                    <a:pt x="459415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439" y="4035564"/>
              <a:ext cx="459414" cy="222925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3270" y="5670854"/>
              <a:ext cx="459409" cy="59396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02102" y="5666295"/>
              <a:ext cx="459409" cy="59852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20934" y="6214033"/>
              <a:ext cx="459409" cy="5078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034731" y="6274346"/>
              <a:ext cx="4594225" cy="0"/>
            </a:xfrm>
            <a:custGeom>
              <a:avLst/>
              <a:gdLst/>
              <a:ahLst/>
              <a:cxnLst/>
              <a:rect l="l" t="t" r="r" b="b"/>
              <a:pathLst>
                <a:path w="4594225" h="0">
                  <a:moveTo>
                    <a:pt x="0" y="0"/>
                  </a:moveTo>
                  <a:lnTo>
                    <a:pt x="4594150" y="0"/>
                  </a:lnTo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028370" y="6268008"/>
              <a:ext cx="4606925" cy="12700"/>
            </a:xfrm>
            <a:custGeom>
              <a:avLst/>
              <a:gdLst/>
              <a:ahLst/>
              <a:cxnLst/>
              <a:rect l="l" t="t" r="r" b="b"/>
              <a:pathLst>
                <a:path w="4606925" h="12700">
                  <a:moveTo>
                    <a:pt x="12700" y="6337"/>
                  </a:moveTo>
                  <a:lnTo>
                    <a:pt x="10845" y="1854"/>
                  </a:lnTo>
                  <a:lnTo>
                    <a:pt x="6350" y="0"/>
                  </a:lnTo>
                  <a:lnTo>
                    <a:pt x="1866" y="1854"/>
                  </a:lnTo>
                  <a:lnTo>
                    <a:pt x="0" y="6337"/>
                  </a:lnTo>
                  <a:lnTo>
                    <a:pt x="1866" y="10833"/>
                  </a:lnTo>
                  <a:lnTo>
                    <a:pt x="6350" y="12687"/>
                  </a:lnTo>
                  <a:lnTo>
                    <a:pt x="10845" y="10833"/>
                  </a:lnTo>
                  <a:lnTo>
                    <a:pt x="12700" y="6337"/>
                  </a:lnTo>
                  <a:close/>
                </a:path>
                <a:path w="4606925" h="12700">
                  <a:moveTo>
                    <a:pt x="931532" y="6337"/>
                  </a:moveTo>
                  <a:lnTo>
                    <a:pt x="929678" y="1854"/>
                  </a:lnTo>
                  <a:lnTo>
                    <a:pt x="925195" y="0"/>
                  </a:lnTo>
                  <a:lnTo>
                    <a:pt x="920699" y="1854"/>
                  </a:lnTo>
                  <a:lnTo>
                    <a:pt x="918845" y="6337"/>
                  </a:lnTo>
                  <a:lnTo>
                    <a:pt x="920699" y="10833"/>
                  </a:lnTo>
                  <a:lnTo>
                    <a:pt x="925195" y="12687"/>
                  </a:lnTo>
                  <a:lnTo>
                    <a:pt x="929678" y="10833"/>
                  </a:lnTo>
                  <a:lnTo>
                    <a:pt x="931532" y="6337"/>
                  </a:lnTo>
                  <a:close/>
                </a:path>
                <a:path w="4606925" h="12700">
                  <a:moveTo>
                    <a:pt x="1850364" y="6337"/>
                  </a:moveTo>
                  <a:lnTo>
                    <a:pt x="1848510" y="1854"/>
                  </a:lnTo>
                  <a:lnTo>
                    <a:pt x="1844027" y="0"/>
                  </a:lnTo>
                  <a:lnTo>
                    <a:pt x="1839531" y="1854"/>
                  </a:lnTo>
                  <a:lnTo>
                    <a:pt x="1837677" y="6337"/>
                  </a:lnTo>
                  <a:lnTo>
                    <a:pt x="1839531" y="10833"/>
                  </a:lnTo>
                  <a:lnTo>
                    <a:pt x="1844027" y="12687"/>
                  </a:lnTo>
                  <a:lnTo>
                    <a:pt x="1848510" y="10833"/>
                  </a:lnTo>
                  <a:lnTo>
                    <a:pt x="1850364" y="6337"/>
                  </a:lnTo>
                  <a:close/>
                </a:path>
                <a:path w="4606925" h="12700">
                  <a:moveTo>
                    <a:pt x="2769184" y="6337"/>
                  </a:moveTo>
                  <a:lnTo>
                    <a:pt x="2767330" y="1854"/>
                  </a:lnTo>
                  <a:lnTo>
                    <a:pt x="2762847" y="0"/>
                  </a:lnTo>
                  <a:lnTo>
                    <a:pt x="2758351" y="1854"/>
                  </a:lnTo>
                  <a:lnTo>
                    <a:pt x="2756497" y="6337"/>
                  </a:lnTo>
                  <a:lnTo>
                    <a:pt x="2758351" y="10833"/>
                  </a:lnTo>
                  <a:lnTo>
                    <a:pt x="2762847" y="12687"/>
                  </a:lnTo>
                  <a:lnTo>
                    <a:pt x="2767330" y="10833"/>
                  </a:lnTo>
                  <a:lnTo>
                    <a:pt x="2769184" y="6337"/>
                  </a:lnTo>
                  <a:close/>
                </a:path>
                <a:path w="4606925" h="12700">
                  <a:moveTo>
                    <a:pt x="3688016" y="6337"/>
                  </a:moveTo>
                  <a:lnTo>
                    <a:pt x="3686162" y="1854"/>
                  </a:lnTo>
                  <a:lnTo>
                    <a:pt x="3681679" y="0"/>
                  </a:lnTo>
                  <a:lnTo>
                    <a:pt x="3677183" y="1854"/>
                  </a:lnTo>
                  <a:lnTo>
                    <a:pt x="3675329" y="6337"/>
                  </a:lnTo>
                  <a:lnTo>
                    <a:pt x="3677183" y="10833"/>
                  </a:lnTo>
                  <a:lnTo>
                    <a:pt x="3681679" y="12687"/>
                  </a:lnTo>
                  <a:lnTo>
                    <a:pt x="3686162" y="10833"/>
                  </a:lnTo>
                  <a:lnTo>
                    <a:pt x="3688016" y="6337"/>
                  </a:lnTo>
                  <a:close/>
                </a:path>
                <a:path w="4606925" h="12700">
                  <a:moveTo>
                    <a:pt x="4606849" y="6337"/>
                  </a:moveTo>
                  <a:lnTo>
                    <a:pt x="4604994" y="1854"/>
                  </a:lnTo>
                  <a:lnTo>
                    <a:pt x="4600511" y="0"/>
                  </a:lnTo>
                  <a:lnTo>
                    <a:pt x="4596015" y="1854"/>
                  </a:lnTo>
                  <a:lnTo>
                    <a:pt x="4594161" y="6337"/>
                  </a:lnTo>
                  <a:lnTo>
                    <a:pt x="4596015" y="10833"/>
                  </a:lnTo>
                  <a:lnTo>
                    <a:pt x="4600511" y="12687"/>
                  </a:lnTo>
                  <a:lnTo>
                    <a:pt x="4604994" y="10833"/>
                  </a:lnTo>
                  <a:lnTo>
                    <a:pt x="4606849" y="63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7266697" y="6345770"/>
            <a:ext cx="4673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Approved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200931" y="6345770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Canceled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144071" y="6345770"/>
            <a:ext cx="387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Refused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9946807" y="6345770"/>
            <a:ext cx="6203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Unused</a:t>
            </a:r>
            <a:r>
              <a:rPr dirty="0" sz="9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offer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1008286" y="6345770"/>
            <a:ext cx="335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650037" y="5130736"/>
            <a:ext cx="302895" cy="1216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650037" y="3726459"/>
            <a:ext cx="302260" cy="1216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9155548" y="3339579"/>
            <a:ext cx="4940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65" b="1">
                <a:solidFill>
                  <a:srgbClr val="F1F1F1"/>
                </a:solidFill>
                <a:latin typeface="Calibri"/>
                <a:cs typeface="Calibri"/>
              </a:rPr>
              <a:t>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1846318" y="4864951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48" name="object 4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736158" y="4921148"/>
            <a:ext cx="64799" cy="647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Segmented</a:t>
            </a:r>
            <a:r>
              <a:rPr dirty="0" spc="-114"/>
              <a:t> </a:t>
            </a:r>
            <a:r>
              <a:rPr dirty="0"/>
              <a:t>univariate</a:t>
            </a:r>
            <a:r>
              <a:rPr dirty="0" spc="-114"/>
              <a:t> </a:t>
            </a:r>
            <a:r>
              <a:rPr dirty="0" spc="-10"/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89950" y="980728"/>
            <a:ext cx="8929370" cy="5544820"/>
            <a:chOff x="1989950" y="980728"/>
            <a:chExt cx="8929370" cy="55448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9950" y="980728"/>
              <a:ext cx="8928989" cy="554461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436557" y="6035759"/>
              <a:ext cx="7412355" cy="0"/>
            </a:xfrm>
            <a:custGeom>
              <a:avLst/>
              <a:gdLst/>
              <a:ahLst/>
              <a:cxnLst/>
              <a:rect l="l" t="t" r="r" b="b"/>
              <a:pathLst>
                <a:path w="7412355" h="0">
                  <a:moveTo>
                    <a:pt x="0" y="0"/>
                  </a:moveTo>
                  <a:lnTo>
                    <a:pt x="7411784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436557" y="2097566"/>
              <a:ext cx="7412355" cy="2954020"/>
            </a:xfrm>
            <a:custGeom>
              <a:avLst/>
              <a:gdLst/>
              <a:ahLst/>
              <a:cxnLst/>
              <a:rect l="l" t="t" r="r" b="b"/>
              <a:pathLst>
                <a:path w="7412355" h="2954020">
                  <a:moveTo>
                    <a:pt x="0" y="2953639"/>
                  </a:moveTo>
                  <a:lnTo>
                    <a:pt x="882689" y="2953639"/>
                  </a:lnTo>
                </a:path>
                <a:path w="7412355" h="2954020">
                  <a:moveTo>
                    <a:pt x="1001015" y="2953639"/>
                  </a:moveTo>
                  <a:lnTo>
                    <a:pt x="1029412" y="2953639"/>
                  </a:lnTo>
                </a:path>
                <a:path w="7412355" h="2954020">
                  <a:moveTo>
                    <a:pt x="1147738" y="2953639"/>
                  </a:moveTo>
                  <a:lnTo>
                    <a:pt x="7411784" y="2953639"/>
                  </a:lnTo>
                </a:path>
                <a:path w="7412355" h="2954020">
                  <a:moveTo>
                    <a:pt x="0" y="1969096"/>
                  </a:moveTo>
                  <a:lnTo>
                    <a:pt x="882689" y="1969096"/>
                  </a:lnTo>
                </a:path>
                <a:path w="7412355" h="2954020">
                  <a:moveTo>
                    <a:pt x="1001015" y="1969096"/>
                  </a:moveTo>
                  <a:lnTo>
                    <a:pt x="1029412" y="1969096"/>
                  </a:lnTo>
                </a:path>
                <a:path w="7412355" h="2954020">
                  <a:moveTo>
                    <a:pt x="1147738" y="1969096"/>
                  </a:moveTo>
                  <a:lnTo>
                    <a:pt x="7411784" y="1969096"/>
                  </a:lnTo>
                </a:path>
                <a:path w="7412355" h="2954020">
                  <a:moveTo>
                    <a:pt x="0" y="984554"/>
                  </a:moveTo>
                  <a:lnTo>
                    <a:pt x="882689" y="984554"/>
                  </a:lnTo>
                </a:path>
                <a:path w="7412355" h="2954020">
                  <a:moveTo>
                    <a:pt x="1001015" y="984554"/>
                  </a:moveTo>
                  <a:lnTo>
                    <a:pt x="1029412" y="984554"/>
                  </a:lnTo>
                </a:path>
                <a:path w="7412355" h="2954020">
                  <a:moveTo>
                    <a:pt x="1147738" y="984554"/>
                  </a:moveTo>
                  <a:lnTo>
                    <a:pt x="7411784" y="984554"/>
                  </a:lnTo>
                </a:path>
                <a:path w="7412355" h="2954020">
                  <a:moveTo>
                    <a:pt x="0" y="0"/>
                  </a:moveTo>
                  <a:lnTo>
                    <a:pt x="1029412" y="0"/>
                  </a:lnTo>
                </a:path>
                <a:path w="7412355" h="2954020">
                  <a:moveTo>
                    <a:pt x="1147738" y="0"/>
                  </a:moveTo>
                  <a:lnTo>
                    <a:pt x="7411784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36557" y="1113024"/>
              <a:ext cx="7412355" cy="0"/>
            </a:xfrm>
            <a:custGeom>
              <a:avLst/>
              <a:gdLst/>
              <a:ahLst/>
              <a:cxnLst/>
              <a:rect l="l" t="t" r="r" b="b"/>
              <a:pathLst>
                <a:path w="7412355" h="0">
                  <a:moveTo>
                    <a:pt x="0" y="0"/>
                  </a:moveTo>
                  <a:lnTo>
                    <a:pt x="7411784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9246" y="2635525"/>
              <a:ext cx="118325" cy="339070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2778" y="5611414"/>
              <a:ext cx="118325" cy="41482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6309" y="5813649"/>
              <a:ext cx="118325" cy="21258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89841" y="6002879"/>
              <a:ext cx="118325" cy="2335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3372" y="6011731"/>
              <a:ext cx="118325" cy="1450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5969" y="1444227"/>
              <a:ext cx="118325" cy="458200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9501" y="6003273"/>
              <a:ext cx="118325" cy="2296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2692" y="4981113"/>
              <a:ext cx="118325" cy="104512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36224" y="5982991"/>
              <a:ext cx="118325" cy="4324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436545" y="6028982"/>
              <a:ext cx="7412355" cy="12700"/>
            </a:xfrm>
            <a:custGeom>
              <a:avLst/>
              <a:gdLst/>
              <a:ahLst/>
              <a:cxnLst/>
              <a:rect l="l" t="t" r="r" b="b"/>
              <a:pathLst>
                <a:path w="7412355" h="12700">
                  <a:moveTo>
                    <a:pt x="7411796" y="0"/>
                  </a:moveTo>
                  <a:lnTo>
                    <a:pt x="1441196" y="0"/>
                  </a:lnTo>
                  <a:lnTo>
                    <a:pt x="1441196" y="5080"/>
                  </a:lnTo>
                  <a:lnTo>
                    <a:pt x="1441196" y="5207"/>
                  </a:lnTo>
                  <a:lnTo>
                    <a:pt x="1322870" y="5207"/>
                  </a:lnTo>
                  <a:lnTo>
                    <a:pt x="1322870" y="5080"/>
                  </a:lnTo>
                  <a:lnTo>
                    <a:pt x="1441196" y="5080"/>
                  </a:lnTo>
                  <a:lnTo>
                    <a:pt x="1441196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7411796" y="12700"/>
                  </a:lnTo>
                  <a:lnTo>
                    <a:pt x="7411796" y="6781"/>
                  </a:lnTo>
                  <a:lnTo>
                    <a:pt x="7411796" y="6578"/>
                  </a:lnTo>
                  <a:lnTo>
                    <a:pt x="7411796" y="6350"/>
                  </a:lnTo>
                  <a:lnTo>
                    <a:pt x="7411796" y="5080"/>
                  </a:lnTo>
                  <a:lnTo>
                    <a:pt x="74117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674444" y="6107184"/>
            <a:ext cx="347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38902" y="6107184"/>
            <a:ext cx="4654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0-500000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088640" y="6107184"/>
            <a:ext cx="8121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500000-1000000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085965" y="6107184"/>
            <a:ext cx="466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1000000-</a:t>
            </a:r>
            <a:endParaRPr sz="9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09496" y="6107184"/>
            <a:ext cx="466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1500000-</a:t>
            </a:r>
            <a:endParaRPr sz="9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33028" y="6107184"/>
            <a:ext cx="466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2000000-</a:t>
            </a:r>
            <a:endParaRPr sz="9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556559" y="6107184"/>
            <a:ext cx="466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2500000-</a:t>
            </a:r>
            <a:endParaRPr sz="9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380090" y="6107184"/>
            <a:ext cx="466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3000000-</a:t>
            </a:r>
            <a:endParaRPr sz="9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203622" y="6107184"/>
            <a:ext cx="466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3500000-</a:t>
            </a:r>
            <a:endParaRPr sz="9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270886" y="5945361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097093" y="4960819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039162" y="3976264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039162" y="2991722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039162" y="2007172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039162" y="1022625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9955619" y="3446318"/>
            <a:ext cx="65405" cy="476884"/>
            <a:chOff x="9955619" y="3446318"/>
            <a:chExt cx="65405" cy="476884"/>
          </a:xfrm>
        </p:grpSpPr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55619" y="3446318"/>
              <a:ext cx="64799" cy="64795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55619" y="3583478"/>
              <a:ext cx="64799" cy="6479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55619" y="3720638"/>
              <a:ext cx="64799" cy="64795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55619" y="3857798"/>
              <a:ext cx="64799" cy="64795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10053078" y="3390121"/>
            <a:ext cx="770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Cash</a:t>
            </a:r>
            <a:r>
              <a:rPr dirty="0" sz="900" spc="-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Consumer</a:t>
            </a:r>
            <a:r>
              <a:rPr dirty="0" sz="9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Revolving</a:t>
            </a:r>
            <a:r>
              <a:rPr dirty="0" sz="900" spc="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loans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XNA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955619" y="3994959"/>
            <a:ext cx="64799" cy="647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Bivariate</a:t>
            </a:r>
            <a:r>
              <a:rPr dirty="0" spc="-95"/>
              <a:t> </a:t>
            </a:r>
            <a:r>
              <a:rPr dirty="0" spc="-10"/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81843" y="958333"/>
            <a:ext cx="5410835" cy="3700145"/>
            <a:chOff x="981843" y="958333"/>
            <a:chExt cx="5410835" cy="37001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843" y="958333"/>
              <a:ext cx="5410492" cy="370011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428450" y="4168867"/>
              <a:ext cx="4404360" cy="0"/>
            </a:xfrm>
            <a:custGeom>
              <a:avLst/>
              <a:gdLst/>
              <a:ahLst/>
              <a:cxnLst/>
              <a:rect l="l" t="t" r="r" b="b"/>
              <a:pathLst>
                <a:path w="4404360" h="0">
                  <a:moveTo>
                    <a:pt x="0" y="0"/>
                  </a:moveTo>
                  <a:lnTo>
                    <a:pt x="4403942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28450" y="1398451"/>
              <a:ext cx="4404360" cy="2463165"/>
            </a:xfrm>
            <a:custGeom>
              <a:avLst/>
              <a:gdLst/>
              <a:ahLst/>
              <a:cxnLst/>
              <a:rect l="l" t="t" r="r" b="b"/>
              <a:pathLst>
                <a:path w="4404360" h="2463165">
                  <a:moveTo>
                    <a:pt x="0" y="2462580"/>
                  </a:moveTo>
                  <a:lnTo>
                    <a:pt x="611658" y="2462580"/>
                  </a:lnTo>
                </a:path>
                <a:path w="4404360" h="2463165">
                  <a:moveTo>
                    <a:pt x="856324" y="2462580"/>
                  </a:moveTo>
                  <a:lnTo>
                    <a:pt x="4403942" y="2462580"/>
                  </a:lnTo>
                </a:path>
                <a:path w="4404360" h="2463165">
                  <a:moveTo>
                    <a:pt x="0" y="2154758"/>
                  </a:moveTo>
                  <a:lnTo>
                    <a:pt x="611658" y="2154758"/>
                  </a:lnTo>
                </a:path>
                <a:path w="4404360" h="2463165">
                  <a:moveTo>
                    <a:pt x="856324" y="2154758"/>
                  </a:moveTo>
                  <a:lnTo>
                    <a:pt x="4403942" y="2154758"/>
                  </a:lnTo>
                </a:path>
                <a:path w="4404360" h="2463165">
                  <a:moveTo>
                    <a:pt x="0" y="1846935"/>
                  </a:moveTo>
                  <a:lnTo>
                    <a:pt x="611658" y="1846935"/>
                  </a:lnTo>
                </a:path>
                <a:path w="4404360" h="2463165">
                  <a:moveTo>
                    <a:pt x="856324" y="1846935"/>
                  </a:moveTo>
                  <a:lnTo>
                    <a:pt x="4403942" y="1846935"/>
                  </a:lnTo>
                </a:path>
                <a:path w="4404360" h="2463165">
                  <a:moveTo>
                    <a:pt x="0" y="1539113"/>
                  </a:moveTo>
                  <a:lnTo>
                    <a:pt x="611658" y="1539113"/>
                  </a:lnTo>
                </a:path>
                <a:path w="4404360" h="2463165">
                  <a:moveTo>
                    <a:pt x="856324" y="1539113"/>
                  </a:moveTo>
                  <a:lnTo>
                    <a:pt x="4403942" y="1539113"/>
                  </a:lnTo>
                </a:path>
                <a:path w="4404360" h="2463165">
                  <a:moveTo>
                    <a:pt x="0" y="1231290"/>
                  </a:moveTo>
                  <a:lnTo>
                    <a:pt x="611658" y="1231290"/>
                  </a:lnTo>
                </a:path>
                <a:path w="4404360" h="2463165">
                  <a:moveTo>
                    <a:pt x="856324" y="1231290"/>
                  </a:moveTo>
                  <a:lnTo>
                    <a:pt x="4403942" y="1231290"/>
                  </a:lnTo>
                </a:path>
                <a:path w="4404360" h="2463165">
                  <a:moveTo>
                    <a:pt x="0" y="923467"/>
                  </a:moveTo>
                  <a:lnTo>
                    <a:pt x="611658" y="923467"/>
                  </a:lnTo>
                </a:path>
                <a:path w="4404360" h="2463165">
                  <a:moveTo>
                    <a:pt x="856324" y="923467"/>
                  </a:moveTo>
                  <a:lnTo>
                    <a:pt x="4403942" y="923467"/>
                  </a:lnTo>
                </a:path>
                <a:path w="4404360" h="2463165">
                  <a:moveTo>
                    <a:pt x="0" y="615645"/>
                  </a:moveTo>
                  <a:lnTo>
                    <a:pt x="611658" y="615645"/>
                  </a:lnTo>
                </a:path>
                <a:path w="4404360" h="2463165">
                  <a:moveTo>
                    <a:pt x="856324" y="615645"/>
                  </a:moveTo>
                  <a:lnTo>
                    <a:pt x="4403942" y="615645"/>
                  </a:lnTo>
                </a:path>
                <a:path w="4404360" h="2463165">
                  <a:moveTo>
                    <a:pt x="0" y="307822"/>
                  </a:moveTo>
                  <a:lnTo>
                    <a:pt x="611658" y="307822"/>
                  </a:lnTo>
                </a:path>
                <a:path w="4404360" h="2463165">
                  <a:moveTo>
                    <a:pt x="856324" y="307822"/>
                  </a:moveTo>
                  <a:lnTo>
                    <a:pt x="4403942" y="307822"/>
                  </a:lnTo>
                </a:path>
                <a:path w="4404360" h="2463165">
                  <a:moveTo>
                    <a:pt x="0" y="0"/>
                  </a:moveTo>
                  <a:lnTo>
                    <a:pt x="611658" y="0"/>
                  </a:lnTo>
                </a:path>
                <a:path w="4404360" h="2463165">
                  <a:moveTo>
                    <a:pt x="856324" y="0"/>
                  </a:moveTo>
                  <a:lnTo>
                    <a:pt x="4403942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28450" y="1090629"/>
              <a:ext cx="4404360" cy="0"/>
            </a:xfrm>
            <a:custGeom>
              <a:avLst/>
              <a:gdLst/>
              <a:ahLst/>
              <a:cxnLst/>
              <a:rect l="l" t="t" r="r" b="b"/>
              <a:pathLst>
                <a:path w="4404360" h="0">
                  <a:moveTo>
                    <a:pt x="0" y="0"/>
                  </a:moveTo>
                  <a:lnTo>
                    <a:pt x="4403942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0109" y="1339968"/>
              <a:ext cx="244665" cy="28193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9439" y="4009533"/>
              <a:ext cx="244665" cy="14980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8758" y="4098128"/>
              <a:ext cx="244665" cy="6121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8089" y="4158339"/>
              <a:ext cx="244665" cy="100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428445" y="4162526"/>
              <a:ext cx="4404360" cy="13335"/>
            </a:xfrm>
            <a:custGeom>
              <a:avLst/>
              <a:gdLst/>
              <a:ahLst/>
              <a:cxnLst/>
              <a:rect l="l" t="t" r="r" b="b"/>
              <a:pathLst>
                <a:path w="4404360" h="13335">
                  <a:moveTo>
                    <a:pt x="4403941" y="25"/>
                  </a:moveTo>
                  <a:lnTo>
                    <a:pt x="2813634" y="25"/>
                  </a:lnTo>
                  <a:lnTo>
                    <a:pt x="2813634" y="6350"/>
                  </a:lnTo>
                  <a:lnTo>
                    <a:pt x="2568968" y="6375"/>
                  </a:lnTo>
                  <a:lnTo>
                    <a:pt x="2813634" y="6350"/>
                  </a:lnTo>
                  <a:lnTo>
                    <a:pt x="2813634" y="25"/>
                  </a:lnTo>
                  <a:lnTo>
                    <a:pt x="2568968" y="0"/>
                  </a:lnTo>
                  <a:lnTo>
                    <a:pt x="0" y="25"/>
                  </a:lnTo>
                  <a:lnTo>
                    <a:pt x="0" y="6375"/>
                  </a:lnTo>
                  <a:lnTo>
                    <a:pt x="0" y="12725"/>
                  </a:lnTo>
                  <a:lnTo>
                    <a:pt x="4403941" y="12725"/>
                  </a:lnTo>
                  <a:lnTo>
                    <a:pt x="4403941" y="6375"/>
                  </a:lnTo>
                  <a:lnTo>
                    <a:pt x="4403941" y="5854"/>
                  </a:lnTo>
                  <a:lnTo>
                    <a:pt x="4403941" y="2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018990" y="1164499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45950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37279" y="3834070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2588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26610" y="3922665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1149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544897" y="3993340"/>
            <a:ext cx="2098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650" algn="l"/>
                <a:tab pos="1049020" algn="l"/>
                <a:tab pos="1537970" algn="l"/>
                <a:tab pos="2027555" algn="l"/>
              </a:tabLst>
            </a:pPr>
            <a:r>
              <a:rPr dirty="0" baseline="6172" sz="1350" spc="-37">
                <a:solidFill>
                  <a:srgbClr val="D9D9D9"/>
                </a:solidFill>
                <a:latin typeface="Calibri"/>
                <a:cs typeface="Calibri"/>
              </a:rPr>
              <a:t>171</a:t>
            </a:r>
            <a:r>
              <a:rPr dirty="0" baseline="6172" sz="135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baseline="3086" sz="1350" spc="-37">
                <a:solidFill>
                  <a:srgbClr val="D9D9D9"/>
                </a:solidFill>
                <a:latin typeface="Calibri"/>
                <a:cs typeface="Calibri"/>
              </a:rPr>
              <a:t>123</a:t>
            </a:r>
            <a:r>
              <a:rPr dirty="0" baseline="3086" sz="135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9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8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99235" y="4240292"/>
            <a:ext cx="4321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r>
              <a:rPr dirty="0" sz="900" spc="210">
                <a:solidFill>
                  <a:srgbClr val="D9D9D9"/>
                </a:solidFill>
                <a:latin typeface="Calibri"/>
                <a:cs typeface="Calibri"/>
              </a:rPr>
              <a:t> 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0-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500000</a:t>
            </a:r>
            <a:r>
              <a:rPr dirty="0" sz="900" spc="4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500000-</a:t>
            </a:r>
            <a:r>
              <a:rPr dirty="0" sz="900" spc="39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1000000-</a:t>
            </a:r>
            <a:r>
              <a:rPr dirty="0" sz="900" spc="17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1500000-</a:t>
            </a:r>
            <a:r>
              <a:rPr dirty="0" sz="900" spc="1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2000000-</a:t>
            </a:r>
            <a:r>
              <a:rPr dirty="0" sz="900" spc="1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2500000-</a:t>
            </a:r>
            <a:r>
              <a:rPr dirty="0" sz="900" spc="1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3000000-</a:t>
            </a:r>
            <a:r>
              <a:rPr dirty="0" sz="900" spc="1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3500000-</a:t>
            </a:r>
            <a:endParaRPr sz="900">
              <a:latin typeface="Calibri"/>
              <a:cs typeface="Calibri"/>
            </a:endParaRPr>
          </a:p>
          <a:p>
            <a:pPr algn="r" marR="22860">
              <a:lnSpc>
                <a:spcPct val="100000"/>
              </a:lnSpc>
            </a:pP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1000000</a:t>
            </a:r>
            <a:r>
              <a:rPr dirty="0" sz="900" spc="4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1500000</a:t>
            </a:r>
            <a:r>
              <a:rPr dirty="0" sz="900" spc="4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2000000</a:t>
            </a:r>
            <a:r>
              <a:rPr dirty="0" sz="900" spc="4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2500000</a:t>
            </a:r>
            <a:r>
              <a:rPr dirty="0" sz="900" spc="4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3000000</a:t>
            </a:r>
            <a:r>
              <a:rPr dirty="0" sz="900" spc="4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9D9D9"/>
                </a:solidFill>
                <a:latin typeface="Calibri"/>
                <a:cs typeface="Calibri"/>
              </a:rPr>
              <a:t>3500000</a:t>
            </a:r>
            <a:r>
              <a:rPr dirty="0" sz="900" spc="4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62780" y="4078468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88986" y="377064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31055" y="3462823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31055" y="3155001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31055" y="2847178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31055" y="2539343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31055" y="1308054"/>
            <a:ext cx="31496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40000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31055" y="1000230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037129" y="2719797"/>
            <a:ext cx="260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39669" y="2775995"/>
            <a:ext cx="64799" cy="64795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6526465" y="2564904"/>
            <a:ext cx="5257165" cy="3700145"/>
            <a:chOff x="6526465" y="2564904"/>
            <a:chExt cx="5257165" cy="3700145"/>
          </a:xfrm>
        </p:grpSpPr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26465" y="2564904"/>
              <a:ext cx="5256580" cy="3700119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973073" y="5395506"/>
              <a:ext cx="3928110" cy="0"/>
            </a:xfrm>
            <a:custGeom>
              <a:avLst/>
              <a:gdLst/>
              <a:ahLst/>
              <a:cxnLst/>
              <a:rect l="l" t="t" r="r" b="b"/>
              <a:pathLst>
                <a:path w="3928109" h="0">
                  <a:moveTo>
                    <a:pt x="0" y="0"/>
                  </a:moveTo>
                  <a:lnTo>
                    <a:pt x="3927679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973073" y="3034487"/>
              <a:ext cx="3928110" cy="2023745"/>
            </a:xfrm>
            <a:custGeom>
              <a:avLst/>
              <a:gdLst/>
              <a:ahLst/>
              <a:cxnLst/>
              <a:rect l="l" t="t" r="r" b="b"/>
              <a:pathLst>
                <a:path w="3928109" h="2023745">
                  <a:moveTo>
                    <a:pt x="0" y="2023732"/>
                  </a:moveTo>
                  <a:lnTo>
                    <a:pt x="463018" y="2023732"/>
                  </a:lnTo>
                </a:path>
                <a:path w="3928109" h="2023745">
                  <a:moveTo>
                    <a:pt x="516239" y="2023732"/>
                  </a:moveTo>
                  <a:lnTo>
                    <a:pt x="529011" y="2023732"/>
                  </a:lnTo>
                </a:path>
                <a:path w="3928109" h="2023745">
                  <a:moveTo>
                    <a:pt x="582232" y="2023732"/>
                  </a:moveTo>
                  <a:lnTo>
                    <a:pt x="595006" y="2023732"/>
                  </a:lnTo>
                </a:path>
                <a:path w="3928109" h="2023745">
                  <a:moveTo>
                    <a:pt x="648226" y="2023732"/>
                  </a:moveTo>
                  <a:lnTo>
                    <a:pt x="660999" y="2023732"/>
                  </a:lnTo>
                </a:path>
                <a:path w="3928109" h="2023745">
                  <a:moveTo>
                    <a:pt x="714219" y="2023732"/>
                  </a:moveTo>
                  <a:lnTo>
                    <a:pt x="726993" y="2023732"/>
                  </a:lnTo>
                </a:path>
                <a:path w="3928109" h="2023745">
                  <a:moveTo>
                    <a:pt x="780214" y="2023732"/>
                  </a:moveTo>
                  <a:lnTo>
                    <a:pt x="3927679" y="2023732"/>
                  </a:lnTo>
                </a:path>
                <a:path w="3928109" h="2023745">
                  <a:moveTo>
                    <a:pt x="0" y="1686432"/>
                  </a:moveTo>
                  <a:lnTo>
                    <a:pt x="463018" y="1686432"/>
                  </a:lnTo>
                </a:path>
                <a:path w="3928109" h="2023745">
                  <a:moveTo>
                    <a:pt x="516239" y="1686432"/>
                  </a:moveTo>
                  <a:lnTo>
                    <a:pt x="595006" y="1686432"/>
                  </a:lnTo>
                </a:path>
                <a:path w="3928109" h="2023745">
                  <a:moveTo>
                    <a:pt x="648226" y="1686432"/>
                  </a:moveTo>
                  <a:lnTo>
                    <a:pt x="660999" y="1686432"/>
                  </a:lnTo>
                </a:path>
                <a:path w="3928109" h="2023745">
                  <a:moveTo>
                    <a:pt x="714219" y="1686432"/>
                  </a:moveTo>
                  <a:lnTo>
                    <a:pt x="726993" y="1686432"/>
                  </a:lnTo>
                </a:path>
                <a:path w="3928109" h="2023745">
                  <a:moveTo>
                    <a:pt x="780214" y="1686432"/>
                  </a:moveTo>
                  <a:lnTo>
                    <a:pt x="3927679" y="1686432"/>
                  </a:lnTo>
                </a:path>
                <a:path w="3928109" h="2023745">
                  <a:moveTo>
                    <a:pt x="0" y="1349146"/>
                  </a:moveTo>
                  <a:lnTo>
                    <a:pt x="463018" y="1349146"/>
                  </a:lnTo>
                </a:path>
                <a:path w="3928109" h="2023745">
                  <a:moveTo>
                    <a:pt x="516239" y="1349146"/>
                  </a:moveTo>
                  <a:lnTo>
                    <a:pt x="595006" y="1349146"/>
                  </a:lnTo>
                </a:path>
                <a:path w="3928109" h="2023745">
                  <a:moveTo>
                    <a:pt x="648226" y="1349146"/>
                  </a:moveTo>
                  <a:lnTo>
                    <a:pt x="660999" y="1349146"/>
                  </a:lnTo>
                </a:path>
                <a:path w="3928109" h="2023745">
                  <a:moveTo>
                    <a:pt x="714219" y="1349146"/>
                  </a:moveTo>
                  <a:lnTo>
                    <a:pt x="726993" y="1349146"/>
                  </a:lnTo>
                </a:path>
                <a:path w="3928109" h="2023745">
                  <a:moveTo>
                    <a:pt x="780214" y="1349146"/>
                  </a:moveTo>
                  <a:lnTo>
                    <a:pt x="3927679" y="1349146"/>
                  </a:lnTo>
                </a:path>
                <a:path w="3928109" h="2023745">
                  <a:moveTo>
                    <a:pt x="0" y="1011859"/>
                  </a:moveTo>
                  <a:lnTo>
                    <a:pt x="463018" y="1011859"/>
                  </a:lnTo>
                </a:path>
                <a:path w="3928109" h="2023745">
                  <a:moveTo>
                    <a:pt x="516239" y="1011859"/>
                  </a:moveTo>
                  <a:lnTo>
                    <a:pt x="660999" y="1011859"/>
                  </a:lnTo>
                </a:path>
                <a:path w="3928109" h="2023745">
                  <a:moveTo>
                    <a:pt x="714219" y="1011859"/>
                  </a:moveTo>
                  <a:lnTo>
                    <a:pt x="726993" y="1011859"/>
                  </a:lnTo>
                </a:path>
                <a:path w="3928109" h="2023745">
                  <a:moveTo>
                    <a:pt x="780214" y="1011859"/>
                  </a:moveTo>
                  <a:lnTo>
                    <a:pt x="3927679" y="1011859"/>
                  </a:lnTo>
                </a:path>
                <a:path w="3928109" h="2023745">
                  <a:moveTo>
                    <a:pt x="0" y="674573"/>
                  </a:moveTo>
                  <a:lnTo>
                    <a:pt x="463018" y="674573"/>
                  </a:lnTo>
                </a:path>
                <a:path w="3928109" h="2023745">
                  <a:moveTo>
                    <a:pt x="516239" y="674573"/>
                  </a:moveTo>
                  <a:lnTo>
                    <a:pt x="660999" y="674573"/>
                  </a:lnTo>
                </a:path>
                <a:path w="3928109" h="2023745">
                  <a:moveTo>
                    <a:pt x="714219" y="674573"/>
                  </a:moveTo>
                  <a:lnTo>
                    <a:pt x="726993" y="674573"/>
                  </a:lnTo>
                </a:path>
                <a:path w="3928109" h="2023745">
                  <a:moveTo>
                    <a:pt x="780214" y="674573"/>
                  </a:moveTo>
                  <a:lnTo>
                    <a:pt x="3927679" y="674573"/>
                  </a:lnTo>
                </a:path>
                <a:path w="3928109" h="2023745">
                  <a:moveTo>
                    <a:pt x="0" y="337286"/>
                  </a:moveTo>
                  <a:lnTo>
                    <a:pt x="726993" y="337286"/>
                  </a:lnTo>
                </a:path>
                <a:path w="3928109" h="2023745">
                  <a:moveTo>
                    <a:pt x="780214" y="337286"/>
                  </a:moveTo>
                  <a:lnTo>
                    <a:pt x="3927679" y="337286"/>
                  </a:lnTo>
                </a:path>
                <a:path w="3928109" h="2023745">
                  <a:moveTo>
                    <a:pt x="0" y="0"/>
                  </a:moveTo>
                  <a:lnTo>
                    <a:pt x="726993" y="0"/>
                  </a:lnTo>
                </a:path>
                <a:path w="3928109" h="2023745">
                  <a:moveTo>
                    <a:pt x="780214" y="0"/>
                  </a:moveTo>
                  <a:lnTo>
                    <a:pt x="3927679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973073" y="2697200"/>
              <a:ext cx="3928110" cy="0"/>
            </a:xfrm>
            <a:custGeom>
              <a:avLst/>
              <a:gdLst/>
              <a:ahLst/>
              <a:cxnLst/>
              <a:rect l="l" t="t" r="r" b="b"/>
              <a:pathLst>
                <a:path w="3928109" h="0">
                  <a:moveTo>
                    <a:pt x="0" y="0"/>
                  </a:moveTo>
                  <a:lnTo>
                    <a:pt x="3927679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6092" y="3601300"/>
              <a:ext cx="53220" cy="178468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72500" y="5367172"/>
              <a:ext cx="53225" cy="1880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02085" y="4990249"/>
              <a:ext cx="53220" cy="395732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38490" y="5374246"/>
              <a:ext cx="53225" cy="1173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4900" y="5347601"/>
              <a:ext cx="53225" cy="3837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11310" y="5385219"/>
              <a:ext cx="53225" cy="76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47720" y="5384203"/>
              <a:ext cx="53225" cy="1777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68079" y="4074845"/>
              <a:ext cx="53220" cy="1311135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40902" y="5281333"/>
              <a:ext cx="53213" cy="104648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04491" y="5196839"/>
              <a:ext cx="53212" cy="18914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77299" y="5376951"/>
              <a:ext cx="53225" cy="902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34072" y="3616134"/>
              <a:ext cx="53220" cy="176984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70481" y="5253672"/>
              <a:ext cx="53225" cy="132308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06891" y="5363959"/>
              <a:ext cx="53213" cy="2202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00066" y="2945777"/>
              <a:ext cx="53220" cy="244020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136470" y="5349125"/>
              <a:ext cx="53225" cy="36855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6973062" y="5389384"/>
              <a:ext cx="3928110" cy="12700"/>
            </a:xfrm>
            <a:custGeom>
              <a:avLst/>
              <a:gdLst/>
              <a:ahLst/>
              <a:cxnLst/>
              <a:rect l="l" t="t" r="r" b="b"/>
              <a:pathLst>
                <a:path w="3928109" h="12700">
                  <a:moveTo>
                    <a:pt x="3927678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3927678" y="12700"/>
                  </a:lnTo>
                  <a:lnTo>
                    <a:pt x="3927678" y="6350"/>
                  </a:lnTo>
                  <a:lnTo>
                    <a:pt x="3927678" y="6134"/>
                  </a:lnTo>
                  <a:lnTo>
                    <a:pt x="3927678" y="5956"/>
                  </a:lnTo>
                  <a:lnTo>
                    <a:pt x="39276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 rot="18900000">
            <a:off x="6925537" y="5563028"/>
            <a:ext cx="34223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 rot="18900000">
            <a:off x="7271931" y="5613237"/>
            <a:ext cx="45465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0-500000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 rot="18900000">
            <a:off x="7414911" y="5736327"/>
            <a:ext cx="79502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500000-1000000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 rot="18900000">
            <a:off x="7802176" y="5756849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1000000-1500000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 rot="18900000">
            <a:off x="8238586" y="5756849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1500000-2000000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 rot="18900000">
            <a:off x="8674997" y="5756849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2000000-2500000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 rot="18900000">
            <a:off x="9111394" y="5756849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2500000-3000000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 rot="18900000">
            <a:off x="9547804" y="5756849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3000000-3500000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 rot="18900000">
            <a:off x="9984214" y="5756849"/>
            <a:ext cx="85287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3500000-4000000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646309" y="4967820"/>
            <a:ext cx="244475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2000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588379" y="2606802"/>
            <a:ext cx="302260" cy="2186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16000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14000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12000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8000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9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6000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4000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1008029" y="4039666"/>
            <a:ext cx="65405" cy="751205"/>
            <a:chOff x="11008029" y="4039666"/>
            <a:chExt cx="65405" cy="751205"/>
          </a:xfrm>
        </p:grpSpPr>
        <p:pic>
          <p:nvPicPr>
            <p:cNvPr id="62" name="object 6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008029" y="4039666"/>
              <a:ext cx="64799" cy="64795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008029" y="4176826"/>
              <a:ext cx="64799" cy="64795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008029" y="4313986"/>
              <a:ext cx="64799" cy="6479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008029" y="4451146"/>
              <a:ext cx="64799" cy="64795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008029" y="4588306"/>
              <a:ext cx="64799" cy="64795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08029" y="4725466"/>
              <a:ext cx="64799" cy="64795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11118189" y="3983469"/>
            <a:ext cx="5702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D9D9D9"/>
                </a:solidFill>
                <a:latin typeface="Calibri"/>
                <a:cs typeface="Calibri"/>
              </a:rPr>
              <a:t>high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low_action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low_normal</a:t>
            </a:r>
            <a:r>
              <a:rPr dirty="0" sz="9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middle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25">
                <a:solidFill>
                  <a:srgbClr val="D9D9D9"/>
                </a:solidFill>
                <a:latin typeface="Calibri"/>
                <a:cs typeface="Calibri"/>
              </a:rPr>
              <a:t>XNA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00" spc="-10">
                <a:solidFill>
                  <a:srgbClr val="D9D9D9"/>
                </a:solidFill>
                <a:latin typeface="Calibri"/>
                <a:cs typeface="Calibri"/>
              </a:rPr>
              <a:t>(blank)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058" y="1467599"/>
            <a:ext cx="10361295" cy="31629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6865" marR="5080" indent="-304800">
              <a:lnSpc>
                <a:spcPts val="302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>
                <a:solidFill>
                  <a:srgbClr val="29FFFF"/>
                </a:solidFill>
                <a:latin typeface="Calibri"/>
                <a:cs typeface="Calibri"/>
              </a:rPr>
              <a:t>E.</a:t>
            </a:r>
            <a:r>
              <a:rPr dirty="0" sz="2800" spc="-45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Identify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Top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Correlations</a:t>
            </a:r>
            <a:r>
              <a:rPr dirty="0" sz="28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for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Different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Scenarios:</a:t>
            </a:r>
            <a:r>
              <a:rPr dirty="0" sz="2800" spc="-40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Understanding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correlation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provide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indicators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default.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0"/>
              </a:spcBef>
              <a:buClr>
                <a:srgbClr val="009999"/>
              </a:buClr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16865" marR="197485" indent="-304800">
              <a:lnSpc>
                <a:spcPts val="3020"/>
              </a:lnSpc>
              <a:buClr>
                <a:srgbClr val="009999"/>
              </a:buClr>
              <a:buFont typeface="Arial"/>
              <a:buChar char="•"/>
              <a:tabLst>
                <a:tab pos="316865" algn="l"/>
              </a:tabLst>
            </a:pPr>
            <a:r>
              <a:rPr dirty="0" sz="2800" b="1">
                <a:solidFill>
                  <a:srgbClr val="29FFFF"/>
                </a:solidFill>
                <a:latin typeface="Calibri"/>
                <a:cs typeface="Calibri"/>
              </a:rPr>
              <a:t>Task:</a:t>
            </a:r>
            <a:r>
              <a:rPr dirty="0" sz="2800" spc="-45" b="1">
                <a:solidFill>
                  <a:srgbClr val="29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scenarios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clients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difficulties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cases)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correlations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segmented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functions.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27" y="1871091"/>
            <a:ext cx="10918952" cy="31158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03331" y="4134207"/>
            <a:ext cx="4704715" cy="2743200"/>
            <a:chOff x="7503331" y="4134207"/>
            <a:chExt cx="4704715" cy="2743200"/>
          </a:xfrm>
        </p:grpSpPr>
        <p:sp>
          <p:nvSpPr>
            <p:cNvPr id="3" name="object 3" descr=""/>
            <p:cNvSpPr/>
            <p:nvPr/>
          </p:nvSpPr>
          <p:spPr>
            <a:xfrm>
              <a:off x="7522381" y="4153257"/>
              <a:ext cx="4666615" cy="2705100"/>
            </a:xfrm>
            <a:custGeom>
              <a:avLst/>
              <a:gdLst/>
              <a:ahLst/>
              <a:cxnLst/>
              <a:rect l="l" t="t" r="r" b="b"/>
              <a:pathLst>
                <a:path w="4666615" h="2705100">
                  <a:moveTo>
                    <a:pt x="0" y="2704742"/>
                  </a:moveTo>
                  <a:lnTo>
                    <a:pt x="4666442" y="0"/>
                  </a:lnTo>
                </a:path>
              </a:pathLst>
            </a:custGeom>
            <a:ln w="38099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036366" y="4452958"/>
              <a:ext cx="4152900" cy="2405380"/>
            </a:xfrm>
            <a:custGeom>
              <a:avLst/>
              <a:gdLst/>
              <a:ahLst/>
              <a:cxnLst/>
              <a:rect l="l" t="t" r="r" b="b"/>
              <a:pathLst>
                <a:path w="4152900" h="2405379">
                  <a:moveTo>
                    <a:pt x="0" y="2405041"/>
                  </a:moveTo>
                  <a:lnTo>
                    <a:pt x="4152458" y="0"/>
                  </a:lnTo>
                </a:path>
              </a:pathLst>
            </a:custGeom>
            <a:ln w="28575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530656" y="4741140"/>
              <a:ext cx="3658235" cy="2117090"/>
            </a:xfrm>
            <a:custGeom>
              <a:avLst/>
              <a:gdLst/>
              <a:ahLst/>
              <a:cxnLst/>
              <a:rect l="l" t="t" r="r" b="b"/>
              <a:pathLst>
                <a:path w="3658234" h="2117090">
                  <a:moveTo>
                    <a:pt x="0" y="2116859"/>
                  </a:moveTo>
                  <a:lnTo>
                    <a:pt x="3658168" y="0"/>
                  </a:lnTo>
                </a:path>
              </a:pathLst>
            </a:custGeom>
            <a:ln w="25399">
              <a:solidFill>
                <a:srgbClr val="004B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55339" y="2545295"/>
            <a:ext cx="441515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0670" algn="l"/>
              </a:tabLst>
            </a:pPr>
            <a:r>
              <a:rPr dirty="0" sz="7200" spc="-10">
                <a:latin typeface="Georgia"/>
                <a:cs typeface="Georgia"/>
              </a:rPr>
              <a:t>Thank</a:t>
            </a:r>
            <a:r>
              <a:rPr dirty="0" sz="7200">
                <a:latin typeface="Georgia"/>
                <a:cs typeface="Georgia"/>
              </a:rPr>
              <a:t>	</a:t>
            </a:r>
            <a:r>
              <a:rPr dirty="0" sz="7200" spc="-25">
                <a:latin typeface="Georgia"/>
                <a:cs typeface="Georgia"/>
              </a:rPr>
              <a:t>You</a:t>
            </a:r>
            <a:endParaRPr sz="7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2025-11-20T13:28:35Z</dcterms:created>
  <dcterms:modified xsi:type="dcterms:W3CDTF">2025-11-20T13:28:35Z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LastSaved">
    <vt:filetime>2025-11-20T00:00:00Z</vt:filetime>
  </property>
  <property fmtid="{D5CDD505-2E9C-101B-9397-08002B2CF9AE}" pid="4" name="Producer">
    <vt:lpwstr>3-Heights(TM) PDF Security Shell 4.8.25.2 (http://www.pdf-tools.com)</vt:lpwstr>
  </property>
</Properties>
</file>